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8" r:id="rId4"/>
    <p:sldId id="261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150AD-A3D5-45AE-B106-DC1937A84E9D}" v="22" dt="2025-12-23T04:25:44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108" y="-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shi Masaoka" userId="9c23bae6d7682b31" providerId="LiveId" clId="{37AEB7CE-9187-44E6-B52B-77A7DD0AA6F8}"/>
    <pc:docChg chg="undo redo custSel addSld delSld modSld">
      <pc:chgData name="Kenshi Masaoka" userId="9c23bae6d7682b31" providerId="LiveId" clId="{37AEB7CE-9187-44E6-B52B-77A7DD0AA6F8}" dt="2025-12-23T04:27:06.915" v="1926" actId="1076"/>
      <pc:docMkLst>
        <pc:docMk/>
      </pc:docMkLst>
      <pc:sldChg chg="addSp delSp modSp mod">
        <pc:chgData name="Kenshi Masaoka" userId="9c23bae6d7682b31" providerId="LiveId" clId="{37AEB7CE-9187-44E6-B52B-77A7DD0AA6F8}" dt="2025-12-23T02:30:32.200" v="1803" actId="20577"/>
        <pc:sldMkLst>
          <pc:docMk/>
          <pc:sldMk cId="3231119843" sldId="258"/>
        </pc:sldMkLst>
        <pc:spChg chg="mod">
          <ac:chgData name="Kenshi Masaoka" userId="9c23bae6d7682b31" providerId="LiveId" clId="{37AEB7CE-9187-44E6-B52B-77A7DD0AA6F8}" dt="2025-12-23T02:18:46.922" v="1598" actId="14100"/>
          <ac:spMkLst>
            <pc:docMk/>
            <pc:sldMk cId="3231119843" sldId="258"/>
            <ac:spMk id="2" creationId="{AB0B05BB-3757-F196-3AAA-72BCE0B3C993}"/>
          </ac:spMkLst>
        </pc:spChg>
        <pc:spChg chg="add del mod">
          <ac:chgData name="Kenshi Masaoka" userId="9c23bae6d7682b31" providerId="LiveId" clId="{37AEB7CE-9187-44E6-B52B-77A7DD0AA6F8}" dt="2025-12-23T01:19:42.045" v="653"/>
          <ac:spMkLst>
            <pc:docMk/>
            <pc:sldMk cId="3231119843" sldId="258"/>
            <ac:spMk id="3" creationId="{EF46BEC2-7899-EABC-3141-8B7AF613A47C}"/>
          </ac:spMkLst>
        </pc:spChg>
        <pc:spChg chg="add del mod">
          <ac:chgData name="Kenshi Masaoka" userId="9c23bae6d7682b31" providerId="LiveId" clId="{37AEB7CE-9187-44E6-B52B-77A7DD0AA6F8}" dt="2025-12-23T02:24:15.477" v="1757" actId="1076"/>
          <ac:spMkLst>
            <pc:docMk/>
            <pc:sldMk cId="3231119843" sldId="258"/>
            <ac:spMk id="4" creationId="{D9DCECF1-10A4-4752-7870-CD532C091FC2}"/>
          </ac:spMkLst>
        </pc:spChg>
        <pc:spChg chg="add del mod">
          <ac:chgData name="Kenshi Masaoka" userId="9c23bae6d7682b31" providerId="LiveId" clId="{37AEB7CE-9187-44E6-B52B-77A7DD0AA6F8}" dt="2025-12-23T00:56:06.597" v="50" actId="478"/>
          <ac:spMkLst>
            <pc:docMk/>
            <pc:sldMk cId="3231119843" sldId="258"/>
            <ac:spMk id="5" creationId="{409CA264-5DC1-C1A7-BAF6-EAC714DB9732}"/>
          </ac:spMkLst>
        </pc:spChg>
        <pc:spChg chg="add mod">
          <ac:chgData name="Kenshi Masaoka" userId="9c23bae6d7682b31" providerId="LiveId" clId="{37AEB7CE-9187-44E6-B52B-77A7DD0AA6F8}" dt="2025-12-23T02:30:32.200" v="1803" actId="20577"/>
          <ac:spMkLst>
            <pc:docMk/>
            <pc:sldMk cId="3231119843" sldId="258"/>
            <ac:spMk id="6" creationId="{B9EDEE12-CED6-7F9D-32AB-3D6A036D1CB4}"/>
          </ac:spMkLst>
        </pc:spChg>
        <pc:spChg chg="add del mod">
          <ac:chgData name="Kenshi Masaoka" userId="9c23bae6d7682b31" providerId="LiveId" clId="{37AEB7CE-9187-44E6-B52B-77A7DD0AA6F8}" dt="2025-12-23T02:24:06.646" v="1756" actId="113"/>
          <ac:spMkLst>
            <pc:docMk/>
            <pc:sldMk cId="3231119843" sldId="258"/>
            <ac:spMk id="8" creationId="{8CD76F30-A5B2-0E25-3BD6-1632AAB2FD00}"/>
          </ac:spMkLst>
        </pc:spChg>
        <pc:spChg chg="add mod">
          <ac:chgData name="Kenshi Masaoka" userId="9c23bae6d7682b31" providerId="LiveId" clId="{37AEB7CE-9187-44E6-B52B-77A7DD0AA6F8}" dt="2025-12-23T02:20:28.242" v="1697" actId="21"/>
          <ac:spMkLst>
            <pc:docMk/>
            <pc:sldMk cId="3231119843" sldId="258"/>
            <ac:spMk id="9" creationId="{B2DD74CB-1213-4213-9E92-3D32F031BEA0}"/>
          </ac:spMkLst>
        </pc:spChg>
        <pc:picChg chg="add mod">
          <ac:chgData name="Kenshi Masaoka" userId="9c23bae6d7682b31" providerId="LiveId" clId="{37AEB7CE-9187-44E6-B52B-77A7DD0AA6F8}" dt="2025-12-23T02:18:39.165" v="1596" actId="1076"/>
          <ac:picMkLst>
            <pc:docMk/>
            <pc:sldMk cId="3231119843" sldId="258"/>
            <ac:picMk id="7" creationId="{38B19C32-E85F-E6B7-D7DA-8EFA5771EE5F}"/>
          </ac:picMkLst>
        </pc:picChg>
      </pc:sldChg>
      <pc:sldChg chg="modSp mod">
        <pc:chgData name="Kenshi Masaoka" userId="9c23bae6d7682b31" providerId="LiveId" clId="{37AEB7CE-9187-44E6-B52B-77A7DD0AA6F8}" dt="2025-12-23T01:57:40.697" v="1264" actId="113"/>
        <pc:sldMkLst>
          <pc:docMk/>
          <pc:sldMk cId="975914372" sldId="260"/>
        </pc:sldMkLst>
        <pc:spChg chg="mod">
          <ac:chgData name="Kenshi Masaoka" userId="9c23bae6d7682b31" providerId="LiveId" clId="{37AEB7CE-9187-44E6-B52B-77A7DD0AA6F8}" dt="2025-12-23T01:57:40.697" v="1264" actId="113"/>
          <ac:spMkLst>
            <pc:docMk/>
            <pc:sldMk cId="975914372" sldId="260"/>
            <ac:spMk id="2" creationId="{196E7377-60C9-D5C8-A3B2-E535F0B46148}"/>
          </ac:spMkLst>
        </pc:spChg>
      </pc:sldChg>
      <pc:sldChg chg="addSp modSp new mod setBg">
        <pc:chgData name="Kenshi Masaoka" userId="9c23bae6d7682b31" providerId="LiveId" clId="{37AEB7CE-9187-44E6-B52B-77A7DD0AA6F8}" dt="2025-12-23T04:27:06.915" v="1926" actId="1076"/>
        <pc:sldMkLst>
          <pc:docMk/>
          <pc:sldMk cId="1223783793" sldId="261"/>
        </pc:sldMkLst>
        <pc:graphicFrameChg chg="add mod modGraphic">
          <ac:chgData name="Kenshi Masaoka" userId="9c23bae6d7682b31" providerId="LiveId" clId="{37AEB7CE-9187-44E6-B52B-77A7DD0AA6F8}" dt="2025-12-23T04:26:53.412" v="1922" actId="20577"/>
          <ac:graphicFrameMkLst>
            <pc:docMk/>
            <pc:sldMk cId="1223783793" sldId="261"/>
            <ac:graphicFrameMk id="2" creationId="{3DE88F12-D1FF-ADB6-E283-D8AA589BD1FB}"/>
          </ac:graphicFrameMkLst>
        </pc:graphicFrameChg>
        <pc:picChg chg="add mod">
          <ac:chgData name="Kenshi Masaoka" userId="9c23bae6d7682b31" providerId="LiveId" clId="{37AEB7CE-9187-44E6-B52B-77A7DD0AA6F8}" dt="2025-12-23T04:21:33.968" v="1832" actId="1076"/>
          <ac:picMkLst>
            <pc:docMk/>
            <pc:sldMk cId="1223783793" sldId="261"/>
            <ac:picMk id="4" creationId="{211F5CF5-742F-1A07-2E9C-DF6FA6AFD9E9}"/>
          </ac:picMkLst>
        </pc:picChg>
        <pc:picChg chg="add mod">
          <ac:chgData name="Kenshi Masaoka" userId="9c23bae6d7682b31" providerId="LiveId" clId="{37AEB7CE-9187-44E6-B52B-77A7DD0AA6F8}" dt="2025-12-23T04:23:11.155" v="1854" actId="14100"/>
          <ac:picMkLst>
            <pc:docMk/>
            <pc:sldMk cId="1223783793" sldId="261"/>
            <ac:picMk id="6" creationId="{BE05B323-6296-FFC3-BE84-166936A9A080}"/>
          </ac:picMkLst>
        </pc:picChg>
        <pc:picChg chg="add mod">
          <ac:chgData name="Kenshi Masaoka" userId="9c23bae6d7682b31" providerId="LiveId" clId="{37AEB7CE-9187-44E6-B52B-77A7DD0AA6F8}" dt="2025-12-23T04:23:10.431" v="1853" actId="1076"/>
          <ac:picMkLst>
            <pc:docMk/>
            <pc:sldMk cId="1223783793" sldId="261"/>
            <ac:picMk id="8" creationId="{6A5EBCFD-22A9-4DB8-A355-1F9BC32DE28A}"/>
          </ac:picMkLst>
        </pc:picChg>
        <pc:picChg chg="add mod">
          <ac:chgData name="Kenshi Masaoka" userId="9c23bae6d7682b31" providerId="LiveId" clId="{37AEB7CE-9187-44E6-B52B-77A7DD0AA6F8}" dt="2025-12-23T04:23:29.694" v="1857" actId="1076"/>
          <ac:picMkLst>
            <pc:docMk/>
            <pc:sldMk cId="1223783793" sldId="261"/>
            <ac:picMk id="10" creationId="{4B17D397-D23F-B7D0-C804-3F5025DC9105}"/>
          </ac:picMkLst>
        </pc:picChg>
        <pc:picChg chg="add mod">
          <ac:chgData name="Kenshi Masaoka" userId="9c23bae6d7682b31" providerId="LiveId" clId="{37AEB7CE-9187-44E6-B52B-77A7DD0AA6F8}" dt="2025-12-23T04:27:06.915" v="1926" actId="1076"/>
          <ac:picMkLst>
            <pc:docMk/>
            <pc:sldMk cId="1223783793" sldId="261"/>
            <ac:picMk id="12" creationId="{A829A64B-80B3-13C4-5DEC-68BF4E268CC1}"/>
          </ac:picMkLst>
        </pc:picChg>
        <pc:picChg chg="add mod">
          <ac:chgData name="Kenshi Masaoka" userId="9c23bae6d7682b31" providerId="LiveId" clId="{37AEB7CE-9187-44E6-B52B-77A7DD0AA6F8}" dt="2025-12-23T04:27:00.764" v="1924" actId="1076"/>
          <ac:picMkLst>
            <pc:docMk/>
            <pc:sldMk cId="1223783793" sldId="261"/>
            <ac:picMk id="14" creationId="{7B6568A3-DFE9-0E6B-44F3-026436B07C61}"/>
          </ac:picMkLst>
        </pc:picChg>
      </pc:sldChg>
      <pc:sldChg chg="add del">
        <pc:chgData name="Kenshi Masaoka" userId="9c23bae6d7682b31" providerId="LiveId" clId="{37AEB7CE-9187-44E6-B52B-77A7DD0AA6F8}" dt="2025-12-23T00:52:57.116" v="45"/>
        <pc:sldMkLst>
          <pc:docMk/>
          <pc:sldMk cId="2885374825" sldId="261"/>
        </pc:sldMkLst>
      </pc:sldChg>
      <pc:sldChg chg="add del">
        <pc:chgData name="Kenshi Masaoka" userId="9c23bae6d7682b31" providerId="LiveId" clId="{37AEB7CE-9187-44E6-B52B-77A7DD0AA6F8}" dt="2025-12-23T00:52:57.116" v="45"/>
        <pc:sldMkLst>
          <pc:docMk/>
          <pc:sldMk cId="483714686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AA835D-87FE-64F6-EB1E-17C99CF3D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EFE69D-C754-CFDF-38A4-BCE185935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7756CF-5429-907E-0A3C-AF359624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F920D2-A29E-4A1D-5536-CA799F612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651B5D-341B-7E7A-0740-225773ED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2828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CB2078-8B46-53C5-FC45-C13D46DCA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BD4B09-9B20-F322-1589-980801CE2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F0DAAC-90CC-71F8-6C3A-52D7790ED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D08E67-D93C-CD60-AB04-9F2C637B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4AEE2C-6932-E689-9D84-411E2985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932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C3605B-F8D3-337D-C5DB-347ECD12A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311FCD-AAE1-29C3-4277-8F5A2DF00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2E8C3A-FB47-20E7-B04F-6C6378E6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F96E53-218B-A791-7FA6-1ED60327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B0E4CA-9E5E-A631-577B-F2E45EBB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5C587-98DD-02E6-5411-2B85FBBCB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141717-8558-9F39-CAE9-232792F82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0D36D9-6549-C4CB-1BC4-0F1DF3989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DE93058-6CE0-B16E-7D9B-5F951200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11BDF0-26B6-B7D4-F188-58272F43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F29365-A7BC-F8F0-94A6-CAC836BC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700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B3324B-7874-77E7-CF86-1481D46B3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E3AD87-6E3D-92F1-B5B6-72443A384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5F5F8B-A0F4-A289-F4BB-3D6CF1DD5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D77077E-18ED-6FCE-D556-7EEE0034EC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A8F3331-B1C0-1825-2156-E5E1C3A3B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6C4942B-C293-235D-0893-28BC5DB8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F2D73DF-BFA5-48DA-2AF5-8315BC8A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2FC0D0-4053-A3B1-0C4D-6F396A48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476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88857-146D-F5E9-4BDB-1FDC3425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529201A-4884-BE86-A6FD-6E4CF38B8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A51E93-0C1B-B1A0-AB14-397D493A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B4332AE-095A-ACD5-CA03-B086BC5C5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563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12CE35B-1B66-35FF-E8F7-D1092A92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41224E-52C0-6DD9-8596-75BD29F1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BFB910-F781-64DD-C2AF-9AEA64D8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247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29CAA2-95AA-240A-4AB8-6192D076D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9C099E-9E21-EC58-FB3A-624E29B4D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D894BC-4A37-544E-DDB0-F849FB7A3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4E4733-8A10-603D-38DE-C88A8170F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A6480A-DE53-0C94-2152-FAC091BB6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B47358-7A09-6E96-F0FD-F8F8B97D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4963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9CFF5D-3958-CCCE-158C-E39DBA5CF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8D8BD31-D2BF-E2FD-F7E9-37ACB92B4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A6C1F5-020F-91EA-1DD0-5134A52D9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37A906-B4F4-8B58-9E97-A048A4EE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4625BA-F543-4520-559B-B2CBD360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A77E29-E9A6-C30D-AEC8-51CD8E1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54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9016FB-8646-AA5C-1682-C06CEB26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11E0E20-58E2-EFA9-AA61-9EB251BB8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82A63B-698F-438F-4748-FC102D4C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C6EA2C-7B87-4C36-7C40-0ADAD069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84A8A3-7CC3-1718-CACF-7B6C2B1F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61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5DEE21-60C6-8D3C-B2C3-F2ACFC498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EACE7F-FF61-CF37-5BF8-F75D6DB31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C1EFC4-D531-496B-3645-87A78B144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BEFA90-FF73-9486-82AD-254C9577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8E2157-FD39-F1AD-0BC1-5946FFCA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468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22542EC-FE4B-7796-614D-1CC211F8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A36EF6-64CA-BC0D-F2A9-9E8B2A696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881FF3-AA93-9A8C-8B0C-1842D7AC5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88F63A-79B6-45B8-9C62-1BB57C660AE6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A6209A-44BB-221B-CF60-8B171781E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6D44E5-767F-EA00-D507-B78FE7CF5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665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433260-80A9-512E-B253-AA75783E5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0981"/>
            <a:ext cx="9144000" cy="2387600"/>
          </a:xfrm>
        </p:spPr>
        <p:txBody>
          <a:bodyPr/>
          <a:lstStyle/>
          <a:p>
            <a:r>
              <a:rPr kumimoji="1" lang="ja-JP" altLang="en-US" dirty="0"/>
              <a:t>データベース最終課題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AC133F-7DC6-B18F-6803-04CF72D07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81890"/>
          </a:xfrm>
        </p:spPr>
        <p:txBody>
          <a:bodyPr>
            <a:normAutofit fontScale="62500" lnSpcReduction="20000"/>
          </a:bodyPr>
          <a:lstStyle/>
          <a:p>
            <a:r>
              <a:rPr lang="ja-JP" altLang="ja-JP" sz="5100" dirty="0"/>
              <a:t>伊比悠幹</a:t>
            </a:r>
            <a:r>
              <a:rPr lang="en-US" altLang="ja-JP" sz="5100" dirty="0"/>
              <a:t>2442009</a:t>
            </a:r>
            <a:endParaRPr lang="ja-JP" altLang="ja-JP" sz="5100" dirty="0"/>
          </a:p>
          <a:p>
            <a:r>
              <a:rPr lang="ja-JP" altLang="ja-JP" sz="5100" dirty="0"/>
              <a:t>出島由基</a:t>
            </a:r>
            <a:r>
              <a:rPr lang="en-US" altLang="ja-JP" sz="5100" dirty="0"/>
              <a:t>2442058</a:t>
            </a:r>
            <a:endParaRPr lang="ja-JP" altLang="ja-JP" sz="5100" dirty="0"/>
          </a:p>
          <a:p>
            <a:r>
              <a:rPr lang="ja-JP" altLang="ja-JP" sz="5100" dirty="0"/>
              <a:t>笹川悠互</a:t>
            </a:r>
            <a:r>
              <a:rPr lang="en-US" altLang="ja-JP" sz="5100" dirty="0"/>
              <a:t>2442036</a:t>
            </a:r>
            <a:endParaRPr lang="ja-JP" altLang="ja-JP" sz="5100" dirty="0"/>
          </a:p>
          <a:p>
            <a:r>
              <a:rPr lang="ja-JP" altLang="ja-JP" sz="5100" dirty="0"/>
              <a:t>シンジハオ</a:t>
            </a:r>
            <a:r>
              <a:rPr lang="en-US" altLang="ja-JP" sz="5100" dirty="0"/>
              <a:t>2442041</a:t>
            </a:r>
            <a:endParaRPr lang="ja-JP" altLang="ja-JP" sz="5100" dirty="0"/>
          </a:p>
          <a:p>
            <a:r>
              <a:rPr lang="ja-JP" altLang="ja-JP" sz="5100" dirty="0"/>
              <a:t>正岡拳士</a:t>
            </a:r>
            <a:r>
              <a:rPr lang="en-US" altLang="ja-JP" sz="5100" dirty="0"/>
              <a:t>2442079</a:t>
            </a:r>
            <a:endParaRPr lang="ja-JP" altLang="ja-JP" sz="5100" dirty="0"/>
          </a:p>
          <a:p>
            <a:r>
              <a:rPr lang="en-US" altLang="ja-JP" sz="5100" dirty="0"/>
              <a:t> </a:t>
            </a:r>
            <a:endParaRPr lang="ja-JP" altLang="ja-JP" sz="510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3672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6E7377-60C9-D5C8-A3B2-E535F0B46148}"/>
              </a:ext>
            </a:extLst>
          </p:cNvPr>
          <p:cNvSpPr txBox="1"/>
          <p:nvPr/>
        </p:nvSpPr>
        <p:spPr>
          <a:xfrm>
            <a:off x="623455" y="674400"/>
            <a:ext cx="1064029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6600" b="1" dirty="0"/>
              <a:t>作成するアプリケーション</a:t>
            </a:r>
          </a:p>
          <a:p>
            <a:endParaRPr lang="en-US" altLang="ja-JP" sz="4400" dirty="0"/>
          </a:p>
          <a:p>
            <a:r>
              <a:rPr lang="ja-JP" altLang="ja-JP" sz="4400" b="1" u="sng" dirty="0"/>
              <a:t>お勧めゲームを教えてくれるアプリ</a:t>
            </a:r>
            <a:endParaRPr lang="en-US" altLang="ja-JP" sz="4400" b="1" u="sng" dirty="0"/>
          </a:p>
          <a:p>
            <a:endParaRPr lang="en-US" altLang="ja-JP" sz="4400" dirty="0"/>
          </a:p>
          <a:p>
            <a:r>
              <a:rPr lang="ja-JP" altLang="en-US" sz="3200" dirty="0"/>
              <a:t>データベースに大量のゲームのデータがあり、やりたいジャンルを入力すると人気順にゲームが列挙される。順位や年代、ハードウェアの数値指定をすると指定したゲームが列挙される。</a:t>
            </a:r>
            <a:endParaRPr lang="ja-JP" altLang="ja-JP" sz="3200" dirty="0"/>
          </a:p>
        </p:txBody>
      </p:sp>
    </p:spTree>
    <p:extLst>
      <p:ext uri="{BB962C8B-B14F-4D97-AF65-F5344CB8AC3E}">
        <p14:creationId xmlns:p14="http://schemas.microsoft.com/office/powerpoint/2010/main" val="97591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B0B05BB-3757-F196-3AAA-72BCE0B3C993}"/>
              </a:ext>
            </a:extLst>
          </p:cNvPr>
          <p:cNvSpPr txBox="1"/>
          <p:nvPr/>
        </p:nvSpPr>
        <p:spPr>
          <a:xfrm>
            <a:off x="859969" y="0"/>
            <a:ext cx="1841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ペルソナ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9EDEE12-CED6-7F9D-32AB-3D6A036D1CB4}"/>
              </a:ext>
            </a:extLst>
          </p:cNvPr>
          <p:cNvSpPr txBox="1"/>
          <p:nvPr/>
        </p:nvSpPr>
        <p:spPr>
          <a:xfrm>
            <a:off x="180602" y="3318252"/>
            <a:ext cx="59153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名前：木村 吉衛門</a:t>
            </a:r>
            <a:endParaRPr kumimoji="1" lang="en-US" altLang="ja-JP" sz="2400" dirty="0"/>
          </a:p>
          <a:p>
            <a:r>
              <a:rPr lang="ja-JP" altLang="en-US" sz="2400" dirty="0"/>
              <a:t>年齢：</a:t>
            </a:r>
            <a:r>
              <a:rPr lang="en-US" altLang="ja-JP" sz="2400" dirty="0"/>
              <a:t>28</a:t>
            </a:r>
          </a:p>
          <a:p>
            <a:r>
              <a:rPr kumimoji="1" lang="ja-JP" altLang="en-US" sz="2400" dirty="0"/>
              <a:t>職業：家電屋勤務</a:t>
            </a:r>
            <a:endParaRPr lang="en-US" altLang="ja-JP" sz="2400" dirty="0"/>
          </a:p>
          <a:p>
            <a:r>
              <a:rPr kumimoji="1" lang="ja-JP" altLang="en-US" sz="2400" dirty="0"/>
              <a:t>年収：</a:t>
            </a:r>
            <a:r>
              <a:rPr kumimoji="1" lang="en-US" altLang="ja-JP" sz="2400" dirty="0"/>
              <a:t>340</a:t>
            </a:r>
            <a:r>
              <a:rPr kumimoji="1" lang="ja-JP" altLang="en-US" sz="2400" dirty="0"/>
              <a:t>万</a:t>
            </a:r>
            <a:endParaRPr kumimoji="1" lang="en-US" altLang="ja-JP" sz="2400" dirty="0"/>
          </a:p>
          <a:p>
            <a:r>
              <a:rPr lang="ja-JP" altLang="en-US" sz="2400" dirty="0"/>
              <a:t>居住地：東京都世田谷区</a:t>
            </a:r>
            <a:endParaRPr lang="en-US" altLang="ja-JP" sz="2400" dirty="0"/>
          </a:p>
          <a:p>
            <a:r>
              <a:rPr lang="ja-JP" altLang="en-US" sz="2400" dirty="0"/>
              <a:t>未既婚等：未婚・一人暮らし</a:t>
            </a:r>
            <a:endParaRPr lang="en-US" altLang="ja-JP" sz="2400" dirty="0"/>
          </a:p>
          <a:p>
            <a:r>
              <a:rPr lang="ja-JP" altLang="en-US" sz="2400" dirty="0"/>
              <a:t>最終学歴：東京都市大学</a:t>
            </a:r>
            <a:endParaRPr lang="en-US" altLang="ja-JP" sz="2400" dirty="0"/>
          </a:p>
          <a:p>
            <a:r>
              <a:rPr lang="ja-JP" altLang="en-US" sz="2400" dirty="0"/>
              <a:t>趣味：ゲーム</a:t>
            </a:r>
            <a:endParaRPr lang="en-US" altLang="ja-JP" sz="2400" dirty="0"/>
          </a:p>
          <a:p>
            <a:r>
              <a:rPr lang="ja-JP" altLang="en-US" sz="2400" dirty="0"/>
              <a:t>好きなゲーム系統：</a:t>
            </a:r>
            <a:r>
              <a:rPr lang="en-US" altLang="ja-JP" sz="2400" dirty="0" err="1"/>
              <a:t>Hoyoverse</a:t>
            </a:r>
            <a:endParaRPr lang="en-US" altLang="ja-JP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DCECF1-10A4-4752-7870-CD532C091FC2}"/>
              </a:ext>
            </a:extLst>
          </p:cNvPr>
          <p:cNvSpPr txBox="1"/>
          <p:nvPr/>
        </p:nvSpPr>
        <p:spPr>
          <a:xfrm>
            <a:off x="4172502" y="671860"/>
            <a:ext cx="757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自分に合うゲームをしたいゲーマー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8B19C32-E85F-E6B7-D7DA-8EFA5771E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25" y="497531"/>
            <a:ext cx="2932580" cy="276789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D76F30-A5B2-0E25-3BD6-1632AAB2FD00}"/>
              </a:ext>
            </a:extLst>
          </p:cNvPr>
          <p:cNvSpPr txBox="1"/>
          <p:nvPr/>
        </p:nvSpPr>
        <p:spPr>
          <a:xfrm>
            <a:off x="4771960" y="1581971"/>
            <a:ext cx="638051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価値観</a:t>
            </a:r>
            <a:endParaRPr kumimoji="1" lang="en-US" altLang="ja-JP" sz="2000" b="1" dirty="0"/>
          </a:p>
          <a:p>
            <a:r>
              <a:rPr kumimoji="1" lang="ja-JP" altLang="en-US" sz="2000" dirty="0"/>
              <a:t>流行には敏感だが自分に合わないものは無理にやらない。</a:t>
            </a:r>
            <a:r>
              <a:rPr lang="ja-JP" altLang="en-US" sz="2000" dirty="0"/>
              <a:t>効率重視で、失敗（時間やお金の無駄）を嫌う。</a:t>
            </a:r>
            <a:endParaRPr lang="en-US" altLang="ja-JP" sz="2000" dirty="0"/>
          </a:p>
          <a:p>
            <a:endParaRPr kumimoji="1" lang="en-US" altLang="ja-JP" sz="2000" dirty="0"/>
          </a:p>
          <a:p>
            <a:r>
              <a:rPr lang="ja-JP" altLang="en-US" sz="2000" b="1" dirty="0"/>
              <a:t>ゲームをする動機</a:t>
            </a:r>
            <a:endParaRPr lang="en-US" altLang="ja-JP" sz="20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000" dirty="0">
                <a:latin typeface="Arial" panose="020B0604020202020204" pitchFamily="34" charset="0"/>
              </a:rPr>
              <a:t>話題作を遊ぶことで、友人やSNSでの共通の話題を持ちたい</a:t>
            </a:r>
            <a:r>
              <a:rPr kumimoji="0" lang="ja-JP" altLang="en-US" sz="2000" dirty="0">
                <a:latin typeface="Arial" panose="020B0604020202020204" pitchFamily="34" charset="0"/>
              </a:rPr>
              <a:t>。</a:t>
            </a:r>
            <a:r>
              <a:rPr kumimoji="0" lang="ja-JP" altLang="ja-JP" sz="2000" dirty="0">
                <a:latin typeface="Arial" panose="020B0604020202020204" pitchFamily="34" charset="0"/>
              </a:rPr>
              <a:t>ただし、「合わないゲームを選んでしまうとすぐにやめてしまう」という失敗経験がある</a:t>
            </a:r>
            <a:r>
              <a:rPr kumimoji="0" lang="ja-JP" altLang="en-US" sz="2000" dirty="0">
                <a:latin typeface="Arial" panose="020B0604020202020204" pitchFamily="34" charset="0"/>
              </a:rPr>
              <a:t>。</a:t>
            </a:r>
            <a:endParaRPr kumimoji="0" lang="en-US" altLang="ja-JP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ja-JP" sz="2000" b="1" dirty="0">
              <a:latin typeface="Arial" panose="020B0604020202020204" pitchFamily="34" charset="0"/>
            </a:endParaRPr>
          </a:p>
          <a:p>
            <a:r>
              <a:rPr lang="ja-JP" altLang="en-US" sz="2000" b="1" dirty="0"/>
              <a:t>ゲームに求めること</a:t>
            </a:r>
          </a:p>
          <a:p>
            <a:r>
              <a:rPr lang="ja-JP" altLang="en-US" sz="2000" dirty="0"/>
              <a:t>自分の好みに合っていること。人気がある・評価が高いこと。</a:t>
            </a:r>
          </a:p>
          <a:p>
            <a:r>
              <a:rPr lang="ja-JP" altLang="en-US" sz="2000" dirty="0"/>
              <a:t>ジャンル・年代・ハードを絞って効率よく探せること。グラフィックや世界観が綺麗であること。スマホ・</a:t>
            </a:r>
            <a:r>
              <a:rPr lang="en-US" altLang="ja-JP" sz="2000" dirty="0"/>
              <a:t>PC</a:t>
            </a:r>
            <a:r>
              <a:rPr lang="ja-JP" altLang="en-US" sz="2000" dirty="0"/>
              <a:t>・家庭用など、自分の環境で遊べるかが一目でわかること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ja-JP" altLang="ja-JP" sz="2000" dirty="0">
              <a:latin typeface="Arial" panose="020B0604020202020204" pitchFamily="34" charset="0"/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31119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3DE88F12-D1FF-ADB6-E283-D8AA589BD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455335"/>
              </p:ext>
            </p:extLst>
          </p:nvPr>
        </p:nvGraphicFramePr>
        <p:xfrm>
          <a:off x="643465" y="1017908"/>
          <a:ext cx="10905069" cy="4822183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843351">
                  <a:extLst>
                    <a:ext uri="{9D8B030D-6E8A-4147-A177-3AD203B41FA5}">
                      <a16:colId xmlns:a16="http://schemas.microsoft.com/office/drawing/2014/main" val="4169442785"/>
                    </a:ext>
                  </a:extLst>
                </a:gridCol>
                <a:gridCol w="2607483">
                  <a:extLst>
                    <a:ext uri="{9D8B030D-6E8A-4147-A177-3AD203B41FA5}">
                      <a16:colId xmlns:a16="http://schemas.microsoft.com/office/drawing/2014/main" val="149999220"/>
                    </a:ext>
                  </a:extLst>
                </a:gridCol>
                <a:gridCol w="2382158">
                  <a:extLst>
                    <a:ext uri="{9D8B030D-6E8A-4147-A177-3AD203B41FA5}">
                      <a16:colId xmlns:a16="http://schemas.microsoft.com/office/drawing/2014/main" val="469688059"/>
                    </a:ext>
                  </a:extLst>
                </a:gridCol>
                <a:gridCol w="2382158">
                  <a:extLst>
                    <a:ext uri="{9D8B030D-6E8A-4147-A177-3AD203B41FA5}">
                      <a16:colId xmlns:a16="http://schemas.microsoft.com/office/drawing/2014/main" val="1658378334"/>
                    </a:ext>
                  </a:extLst>
                </a:gridCol>
                <a:gridCol w="2689919">
                  <a:extLst>
                    <a:ext uri="{9D8B030D-6E8A-4147-A177-3AD203B41FA5}">
                      <a16:colId xmlns:a16="http://schemas.microsoft.com/office/drawing/2014/main" val="1820060432"/>
                    </a:ext>
                  </a:extLst>
                </a:gridCol>
              </a:tblGrid>
              <a:tr h="3745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フェーズ</a:t>
                      </a: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2880" marR="31244" marT="79139" marB="791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① 課題認識・検索</a:t>
                      </a: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② アプリ導入・検索</a:t>
                      </a: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③ 選定・購入決断</a:t>
                      </a: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④ プレイ・共有</a:t>
                      </a: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451650"/>
                  </a:ext>
                </a:extLst>
              </a:tr>
              <a:tr h="20365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行動</a:t>
                      </a: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2880" marR="31244" marT="79139" marB="791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・話題作を探すが情報過多で選べない。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・過去の失敗（金と時間の無駄）を思い出して躊躇。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・仕事が忙しくリサーチが面倒。</a:t>
                      </a: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・アプリにアクセス。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・「アクション」「</a:t>
                      </a:r>
                      <a:r>
                        <a:rPr lang="en-US" altLang="ja-JP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PC</a:t>
                      </a: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で検索。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・人気順でソート。</a:t>
                      </a: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・好みのグラフィックを確認。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・「自分の</a:t>
                      </a:r>
                      <a:r>
                        <a:rPr lang="en-US" altLang="ja-JP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PC</a:t>
                      </a: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で動く」と一目で分かり安心。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・年代指定で最新作と確認し購入。</a:t>
                      </a: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・好みにドンピシャなゲームだった。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・無駄なく週末に没頭。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・友人や</a:t>
                      </a:r>
                      <a:r>
                        <a:rPr lang="en-US" altLang="ja-JP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SNS</a:t>
                      </a: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で話題を共有。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・「次もこのアプリで」と思う。</a:t>
                      </a: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914930"/>
                  </a:ext>
                </a:extLst>
              </a:tr>
              <a:tr h="11132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感情</a:t>
                      </a: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2880" marR="31244" marT="79139" marB="791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　　　　　（不満・不安）</a:t>
                      </a: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b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「またクソゲー引いたら嫌だな</a:t>
                      </a:r>
                      <a:r>
                        <a:rPr lang="en-US" altLang="ja-JP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…</a:t>
                      </a: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。</a:t>
                      </a:r>
                      <a:r>
                        <a:rPr lang="en-US" altLang="ja-JP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3000</a:t>
                      </a: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円もドブに捨てたくない。」</a:t>
                      </a: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　　　　　　（期待）</a:t>
                      </a: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b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「これなら効率よく探せそう。人気順で見れるのは助かる。」</a:t>
                      </a: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　　　　　（納得・安心）</a:t>
                      </a: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b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「これこれ！スペック不足の心配もないし間違いない。」</a:t>
                      </a: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　　　　　（満足・歓喜）</a:t>
                      </a: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b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「最高！時間を無駄にせず当たりを引けた。コスパもタイパも良い。」</a:t>
                      </a: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480446"/>
                  </a:ext>
                </a:extLst>
              </a:tr>
              <a:tr h="129787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インサイト</a:t>
                      </a: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2880" marR="31244" marT="79139" marB="791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</a:t>
                      </a:r>
                      <a:r>
                        <a:rPr lang="en-US" altLang="ja-JP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SNS</a:t>
                      </a: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のおすすめ＝自分への正解とは限らない。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・失敗経験が新しいゲームへのハードルになっている。</a:t>
                      </a: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・「効率重視」には情報の網羅より「絞り込み」が必要。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・好みの系統を軸にできるかが鍵。</a:t>
                      </a: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・「動くかわからない」不安の解消が購入の決め手。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・人気順は失敗しないための安心材料。</a:t>
                      </a: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・趣味の時間こそ「効率」が大事。</a:t>
                      </a:r>
                    </a:p>
                    <a:p>
                      <a:pPr rtl="0">
                        <a:buNone/>
                      </a:pPr>
                      <a:b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</a:br>
                      <a:endParaRPr lang="ja-JP" altLang="en-US" sz="12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・共通の話題がゲーマーとしての充足感。</a:t>
                      </a:r>
                    </a:p>
                  </a:txBody>
                  <a:tcPr marL="102880" marR="31244" marT="79139" marB="791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955329"/>
                  </a:ext>
                </a:extLst>
              </a:tr>
            </a:tbl>
          </a:graphicData>
        </a:graphic>
      </p:graphicFrame>
      <p:pic>
        <p:nvPicPr>
          <p:cNvPr id="4" name="グラフィックス 3" descr="悲しい顔 (塗りつぶしなし) 単色塗りつぶし">
            <a:extLst>
              <a:ext uri="{FF2B5EF4-FFF2-40B4-BE49-F238E27FC236}">
                <a16:creationId xmlns:a16="http://schemas.microsoft.com/office/drawing/2014/main" id="{211F5CF5-742F-1A07-2E9C-DF6FA6AFD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4629" y="3526973"/>
            <a:ext cx="446314" cy="446314"/>
          </a:xfrm>
          <a:prstGeom prst="rect">
            <a:avLst/>
          </a:prstGeom>
        </p:spPr>
      </p:pic>
      <p:pic>
        <p:nvPicPr>
          <p:cNvPr id="10" name="グラフィックス 9" descr="笑顔 (塗りつぶしなし) 単色塗りつぶし">
            <a:extLst>
              <a:ext uri="{FF2B5EF4-FFF2-40B4-BE49-F238E27FC236}">
                <a16:creationId xmlns:a16="http://schemas.microsoft.com/office/drawing/2014/main" id="{4B17D397-D23F-B7D0-C804-3F5025DC91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9467" y="3516087"/>
            <a:ext cx="457200" cy="457200"/>
          </a:xfrm>
          <a:prstGeom prst="rect">
            <a:avLst/>
          </a:prstGeom>
        </p:spPr>
      </p:pic>
      <p:pic>
        <p:nvPicPr>
          <p:cNvPr id="12" name="グラフィックス 11" descr="サングラスをかけた顔 (塗りつぶしなし) 単色塗りつぶし">
            <a:extLst>
              <a:ext uri="{FF2B5EF4-FFF2-40B4-BE49-F238E27FC236}">
                <a16:creationId xmlns:a16="http://schemas.microsoft.com/office/drawing/2014/main" id="{A829A64B-80B3-13C4-5DEC-68BF4E268C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2468" y="3471939"/>
            <a:ext cx="501348" cy="501348"/>
          </a:xfrm>
          <a:prstGeom prst="rect">
            <a:avLst/>
          </a:prstGeom>
        </p:spPr>
      </p:pic>
      <p:pic>
        <p:nvPicPr>
          <p:cNvPr id="14" name="グラフィックス 13" descr="面白い顔 (塗りつぶしなし) 単色塗りつぶし">
            <a:extLst>
              <a:ext uri="{FF2B5EF4-FFF2-40B4-BE49-F238E27FC236}">
                <a16:creationId xmlns:a16="http://schemas.microsoft.com/office/drawing/2014/main" id="{7B6568A3-DFE9-0E6B-44F3-026436B07C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52984" y="3471939"/>
            <a:ext cx="501348" cy="50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83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599</Words>
  <Application>Microsoft Office PowerPoint</Application>
  <PresentationFormat>ワイド画面</PresentationFormat>
  <Paragraphs>86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Google Sans Text</vt:lpstr>
      <vt:lpstr>游ゴシック</vt:lpstr>
      <vt:lpstr>游ゴシック Light</vt:lpstr>
      <vt:lpstr>Arial</vt:lpstr>
      <vt:lpstr>Office テーマ</vt:lpstr>
      <vt:lpstr>データベース最終課題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Kenshi Masaoka</dc:creator>
  <cp:lastModifiedBy>Kenshi Masaoka</cp:lastModifiedBy>
  <cp:revision>1</cp:revision>
  <dcterms:created xsi:type="dcterms:W3CDTF">2025-12-23T00:30:14Z</dcterms:created>
  <dcterms:modified xsi:type="dcterms:W3CDTF">2025-12-23T04:27:09Z</dcterms:modified>
</cp:coreProperties>
</file>