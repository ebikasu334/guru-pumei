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110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shiki Dejima" userId="fa338183b7837ce8" providerId="LiveId" clId="{83154F7E-D821-458C-9675-E037E9EAA636}"/>
    <pc:docChg chg="delSld">
      <pc:chgData name="Yoshiki Dejima" userId="fa338183b7837ce8" providerId="LiveId" clId="{83154F7E-D821-458C-9675-E037E9EAA636}" dt="2026-01-17T02:23:58.889" v="0" actId="47"/>
      <pc:docMkLst>
        <pc:docMk/>
      </pc:docMkLst>
      <pc:sldChg chg="del">
        <pc:chgData name="Yoshiki Dejima" userId="fa338183b7837ce8" providerId="LiveId" clId="{83154F7E-D821-458C-9675-E037E9EAA636}" dt="2026-01-17T02:23:58.889" v="0" actId="47"/>
        <pc:sldMkLst>
          <pc:docMk/>
          <pc:sldMk cId="3701993427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pCJEL2-gz9Bc5oOMvt7zbcINs2uu5EMr/view?usp=shar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3F36DDD3-8B23-254B-9013-0E115CACC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428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073CD-8A1A-5DFF-2CC4-1489C2CF4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キスト, 手紙">
            <a:extLst>
              <a:ext uri="{FF2B5EF4-FFF2-40B4-BE49-F238E27FC236}">
                <a16:creationId xmlns:a16="http://schemas.microsoft.com/office/drawing/2014/main" id="{ADE9B3ED-41E8-DB28-2E6C-2AC54FDC5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252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CA986-E2AB-6CD9-307E-6E6EE7906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キスト, 手紙">
            <a:extLst>
              <a:ext uri="{FF2B5EF4-FFF2-40B4-BE49-F238E27FC236}">
                <a16:creationId xmlns:a16="http://schemas.microsoft.com/office/drawing/2014/main" id="{B4F60C3D-DA38-19C8-1DEB-8BBC3BCEC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43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1AB23-FAE8-5848-90BF-DB7AD4C1A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6C2965C5-BEFF-F28A-3DAD-F1CE261EC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362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8299AA-EC05-C4AF-E6D8-4D73542A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838200"/>
            <a:ext cx="2667000" cy="1143000"/>
          </a:xfrm>
        </p:spPr>
        <p:txBody>
          <a:bodyPr/>
          <a:lstStyle/>
          <a:p>
            <a:r>
              <a:rPr kumimoji="1" lang="ja-JP" altLang="en-US" dirty="0"/>
              <a:t>デモ動画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F0BD65A-07F2-0758-6939-E91FF2DA0FB1}"/>
              </a:ext>
            </a:extLst>
          </p:cNvPr>
          <p:cNvSpPr txBox="1"/>
          <p:nvPr/>
        </p:nvSpPr>
        <p:spPr>
          <a:xfrm>
            <a:off x="876300" y="3313331"/>
            <a:ext cx="1043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hlinkClick r:id="rId2"/>
              </a:rPr>
              <a:t>https://drive.google.com/file/d/1pCJEL2-gz9Bc5oOMvt7zbcINs2uu5EMr/view?usp=sharing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45012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00535-F58E-23A1-1938-2EC19D93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ーブル">
            <a:extLst>
              <a:ext uri="{FF2B5EF4-FFF2-40B4-BE49-F238E27FC236}">
                <a16:creationId xmlns:a16="http://schemas.microsoft.com/office/drawing/2014/main" id="{78F81BE1-3610-F25F-7A19-7A55FC3F3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376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54981-C13E-A2CE-FA93-63708DC46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5FC5D19A-9C39-9610-7099-B82FE3F27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01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5E30E-9881-A1FB-66F8-32F4F584C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メール">
            <a:extLst>
              <a:ext uri="{FF2B5EF4-FFF2-40B4-BE49-F238E27FC236}">
                <a16:creationId xmlns:a16="http://schemas.microsoft.com/office/drawing/2014/main" id="{22A42DC5-F290-2C99-4AE6-FBA4E6084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304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EB029-7C14-F989-F948-87958BCC0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キスト, 手紙">
            <a:extLst>
              <a:ext uri="{FF2B5EF4-FFF2-40B4-BE49-F238E27FC236}">
                <a16:creationId xmlns:a16="http://schemas.microsoft.com/office/drawing/2014/main" id="{B4AE57F8-0159-C829-5A36-8A0640955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434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</Words>
  <Application>Microsoft Office PowerPoint</Application>
  <PresentationFormat>ワイド画面</PresentationFormat>
  <Paragraphs>2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Calibri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デモ動画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slides.pdf</dc:title>
  <cp:lastModifiedBy>Yoshiki Dejima</cp:lastModifiedBy>
  <cp:revision>2</cp:revision>
  <dcterms:created xsi:type="dcterms:W3CDTF">2006-08-16T00:00:00Z</dcterms:created>
  <dcterms:modified xsi:type="dcterms:W3CDTF">2026-01-17T02:24:08Z</dcterms:modified>
  <dc:identifier>DAG-iR16s5Q</dc:identifier>
</cp:coreProperties>
</file>