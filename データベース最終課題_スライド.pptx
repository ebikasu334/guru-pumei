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pCJEL2-gz9Bc5oOMvt7zbcINs2uu5EMr/view?usp=sharing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9882CB7-90DE-9F50-F360-B6EE15E135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095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7EA4E-94E7-B5C5-942B-A36CF7F08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1092C525-EEDE-5634-E36D-9EFEA90AA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635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AAB0B-051A-3E98-6904-C314418FC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4F241ABE-046B-E283-C050-C52E573D92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805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6A87E-2C88-5723-7505-05E5F6623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43C592A-D689-70E4-533D-BA271E61A0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44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02BC0-9D28-E35C-F0B8-E82169B1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A73A717-90D9-2720-D182-16068BA8B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800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5DBF9-E65E-A294-F916-F345D6645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F423FDD9-AAFF-F6A6-DA3B-E5E14155E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425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00BAC-70B3-9907-D619-654E8A6C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BA0AC3A-1D24-9B55-7031-B5C0A481C1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694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E2DCB-C1D3-6857-29A8-79442B377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63279D2C-8B9E-B377-1855-93DC2275F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847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4653E-9320-0EBC-2BB3-7F38DD74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CFF6501F-7727-02CF-0C9D-68029EADDF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56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A62F63-44C9-C90D-98CB-CAC2C8297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685800"/>
            <a:ext cx="2971800" cy="1143000"/>
          </a:xfrm>
        </p:spPr>
        <p:txBody>
          <a:bodyPr/>
          <a:lstStyle/>
          <a:p>
            <a:r>
              <a:rPr kumimoji="1" lang="ja-JP" altLang="en-US" b="1" dirty="0"/>
              <a:t>デモ動画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6F0D6E-FA4D-65C1-FD23-66BABD6CAA7C}"/>
              </a:ext>
            </a:extLst>
          </p:cNvPr>
          <p:cNvSpPr txBox="1"/>
          <p:nvPr/>
        </p:nvSpPr>
        <p:spPr>
          <a:xfrm>
            <a:off x="1737499" y="3059668"/>
            <a:ext cx="8901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hlinkClick r:id="rId2"/>
              </a:rPr>
              <a:t>https://drive.google.com/file/d/1pCJEL2-gz9Bc5oOMvt7zbcINs2uu5EMr/view?usp=sharing</a:t>
            </a:r>
            <a:endParaRPr kumimoji="1" lang="en-US" altLang="ja-JP" b="1" dirty="0"/>
          </a:p>
          <a:p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80969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55BE6-32FA-04E6-FAC4-0C1C892AB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3DBE7A33-2F15-AD10-9F26-EE51BAF21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229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9AD4-9C3C-A46E-C88E-607C0ECB6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84EC1C1-4437-361E-A00B-95F3E313F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765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EEA4E-0EA2-4515-47A4-4E9633BF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0188A735-E6D1-9459-E440-85319643C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851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EBF41-3092-E615-E741-67D4E0764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110E6402-AA74-DB27-7DBD-9C6C4C2550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17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21</Words>
  <Application>Microsoft Office PowerPoint</Application>
  <PresentationFormat>ワイド画面</PresentationFormat>
  <Paragraphs>2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7" baseType="lpstr">
      <vt:lpstr>Calibri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デモ動画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slides.pdf</dc:title>
  <cp:lastModifiedBy>Yoshiki Dejima</cp:lastModifiedBy>
  <cp:revision>3</cp:revision>
  <dcterms:created xsi:type="dcterms:W3CDTF">2006-08-16T00:00:00Z</dcterms:created>
  <dcterms:modified xsi:type="dcterms:W3CDTF">2026-01-17T03:13:33Z</dcterms:modified>
  <dc:identifier>DAG-iR16s5Q</dc:identifier>
</cp:coreProperties>
</file>