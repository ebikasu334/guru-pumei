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8" r:id="rId4"/>
    <p:sldId id="267" r:id="rId5"/>
    <p:sldId id="263" r:id="rId6"/>
    <p:sldId id="266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1717DA-E8EB-49CD-980E-035793F166A0}" v="61" dt="2026-01-16T03:57:12.6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nshi Masaoka" userId="9c23bae6d7682b31" providerId="LiveId" clId="{37AEB7CE-9187-44E6-B52B-77A7DD0AA6F8}"/>
    <pc:docChg chg="undo custSel addSld delSld modSld">
      <pc:chgData name="Kenshi Masaoka" userId="9c23bae6d7682b31" providerId="LiveId" clId="{37AEB7CE-9187-44E6-B52B-77A7DD0AA6F8}" dt="2026-01-16T04:32:48.315" v="934" actId="14100"/>
      <pc:docMkLst>
        <pc:docMk/>
      </pc:docMkLst>
      <pc:sldChg chg="addSp delSp modSp mod">
        <pc:chgData name="Kenshi Masaoka" userId="9c23bae6d7682b31" providerId="LiveId" clId="{37AEB7CE-9187-44E6-B52B-77A7DD0AA6F8}" dt="2026-01-16T04:19:11.805" v="909" actId="1076"/>
        <pc:sldMkLst>
          <pc:docMk/>
          <pc:sldMk cId="3231119843" sldId="258"/>
        </pc:sldMkLst>
        <pc:spChg chg="mod">
          <ac:chgData name="Kenshi Masaoka" userId="9c23bae6d7682b31" providerId="LiveId" clId="{37AEB7CE-9187-44E6-B52B-77A7DD0AA6F8}" dt="2026-01-16T04:19:11.805" v="909" actId="1076"/>
          <ac:spMkLst>
            <pc:docMk/>
            <pc:sldMk cId="3231119843" sldId="258"/>
            <ac:spMk id="3" creationId="{8896EEBF-80C3-D4DA-5904-5C6C5AB65F2A}"/>
          </ac:spMkLst>
        </pc:spChg>
        <pc:spChg chg="mod">
          <ac:chgData name="Kenshi Masaoka" userId="9c23bae6d7682b31" providerId="LiveId" clId="{37AEB7CE-9187-44E6-B52B-77A7DD0AA6F8}" dt="2026-01-16T01:29:21.212" v="388" actId="1076"/>
          <ac:spMkLst>
            <pc:docMk/>
            <pc:sldMk cId="3231119843" sldId="258"/>
            <ac:spMk id="4" creationId="{D9DCECF1-10A4-4752-7870-CD532C091FC2}"/>
          </ac:spMkLst>
        </pc:spChg>
        <pc:spChg chg="add del mod">
          <ac:chgData name="Kenshi Masaoka" userId="9c23bae6d7682b31" providerId="LiveId" clId="{37AEB7CE-9187-44E6-B52B-77A7DD0AA6F8}" dt="2026-01-16T01:29:24.984" v="389" actId="1076"/>
          <ac:spMkLst>
            <pc:docMk/>
            <pc:sldMk cId="3231119843" sldId="258"/>
            <ac:spMk id="5" creationId="{DF5841C6-26E0-23E9-B979-5620E3F15217}"/>
          </ac:spMkLst>
        </pc:spChg>
        <pc:spChg chg="add del mod">
          <ac:chgData name="Kenshi Masaoka" userId="9c23bae6d7682b31" providerId="LiveId" clId="{37AEB7CE-9187-44E6-B52B-77A7DD0AA6F8}" dt="2026-01-16T04:18:35.584" v="904" actId="20577"/>
          <ac:spMkLst>
            <pc:docMk/>
            <pc:sldMk cId="3231119843" sldId="258"/>
            <ac:spMk id="6" creationId="{B9EDEE12-CED6-7F9D-32AB-3D6A036D1CB4}"/>
          </ac:spMkLst>
        </pc:spChg>
      </pc:sldChg>
      <pc:sldChg chg="modSp mod">
        <pc:chgData name="Kenshi Masaoka" userId="9c23bae6d7682b31" providerId="LiveId" clId="{37AEB7CE-9187-44E6-B52B-77A7DD0AA6F8}" dt="2026-01-16T04:32:48.315" v="934" actId="14100"/>
        <pc:sldMkLst>
          <pc:docMk/>
          <pc:sldMk cId="2403672356" sldId="259"/>
        </pc:sldMkLst>
        <pc:spChg chg="mod">
          <ac:chgData name="Kenshi Masaoka" userId="9c23bae6d7682b31" providerId="LiveId" clId="{37AEB7CE-9187-44E6-B52B-77A7DD0AA6F8}" dt="2026-01-16T04:32:48.315" v="934" actId="14100"/>
          <ac:spMkLst>
            <pc:docMk/>
            <pc:sldMk cId="2403672356" sldId="259"/>
            <ac:spMk id="3" creationId="{93AC133F-7DC6-B18F-6803-04CF72D07F18}"/>
          </ac:spMkLst>
        </pc:spChg>
      </pc:sldChg>
      <pc:sldChg chg="modSp mod">
        <pc:chgData name="Kenshi Masaoka" userId="9c23bae6d7682b31" providerId="LiveId" clId="{37AEB7CE-9187-44E6-B52B-77A7DD0AA6F8}" dt="2026-01-16T03:47:49.588" v="415" actId="27636"/>
        <pc:sldMkLst>
          <pc:docMk/>
          <pc:sldMk cId="975914372" sldId="260"/>
        </pc:sldMkLst>
        <pc:spChg chg="mod">
          <ac:chgData name="Kenshi Masaoka" userId="9c23bae6d7682b31" providerId="LiveId" clId="{37AEB7CE-9187-44E6-B52B-77A7DD0AA6F8}" dt="2026-01-16T03:47:49.588" v="415" actId="27636"/>
          <ac:spMkLst>
            <pc:docMk/>
            <pc:sldMk cId="975914372" sldId="260"/>
            <ac:spMk id="2" creationId="{196E7377-60C9-D5C8-A3B2-E535F0B46148}"/>
          </ac:spMkLst>
        </pc:spChg>
      </pc:sldChg>
      <pc:sldChg chg="addSp delSp modSp del mod">
        <pc:chgData name="Kenshi Masaoka" userId="9c23bae6d7682b31" providerId="LiveId" clId="{37AEB7CE-9187-44E6-B52B-77A7DD0AA6F8}" dt="2026-01-16T01:19:41.670" v="305" actId="47"/>
        <pc:sldMkLst>
          <pc:docMk/>
          <pc:sldMk cId="1223783793" sldId="261"/>
        </pc:sldMkLst>
        <pc:spChg chg="add del">
          <ac:chgData name="Kenshi Masaoka" userId="9c23bae6d7682b31" providerId="LiveId" clId="{37AEB7CE-9187-44E6-B52B-77A7DD0AA6F8}" dt="2026-01-16T00:56:37.161" v="43" actId="478"/>
          <ac:spMkLst>
            <pc:docMk/>
            <pc:sldMk cId="1223783793" sldId="261"/>
            <ac:spMk id="3" creationId="{B452B42B-9503-07A7-0DD3-6F341D1A14EE}"/>
          </ac:spMkLst>
        </pc:spChg>
        <pc:graphicFrameChg chg="del mod modGraphic">
          <ac:chgData name="Kenshi Masaoka" userId="9c23bae6d7682b31" providerId="LiveId" clId="{37AEB7CE-9187-44E6-B52B-77A7DD0AA6F8}" dt="2026-01-16T01:15:03.296" v="267" actId="478"/>
          <ac:graphicFrameMkLst>
            <pc:docMk/>
            <pc:sldMk cId="1223783793" sldId="261"/>
            <ac:graphicFrameMk id="2" creationId="{3DE88F12-D1FF-ADB6-E283-D8AA589BD1FB}"/>
          </ac:graphicFrameMkLst>
        </pc:graphicFrameChg>
        <pc:graphicFrameChg chg="add mod">
          <ac:chgData name="Kenshi Masaoka" userId="9c23bae6d7682b31" providerId="LiveId" clId="{37AEB7CE-9187-44E6-B52B-77A7DD0AA6F8}" dt="2026-01-16T01:08:47.783" v="193"/>
          <ac:graphicFrameMkLst>
            <pc:docMk/>
            <pc:sldMk cId="1223783793" sldId="261"/>
            <ac:graphicFrameMk id="5" creationId="{E973E77F-3908-A55E-C1ED-EE31CB67AEA9}"/>
          </ac:graphicFrameMkLst>
        </pc:graphicFrameChg>
        <pc:picChg chg="del">
          <ac:chgData name="Kenshi Masaoka" userId="9c23bae6d7682b31" providerId="LiveId" clId="{37AEB7CE-9187-44E6-B52B-77A7DD0AA6F8}" dt="2026-01-16T01:15:06.002" v="268" actId="21"/>
          <ac:picMkLst>
            <pc:docMk/>
            <pc:sldMk cId="1223783793" sldId="261"/>
            <ac:picMk id="4" creationId="{211F5CF5-742F-1A07-2E9C-DF6FA6AFD9E9}"/>
          </ac:picMkLst>
        </pc:picChg>
        <pc:picChg chg="del">
          <ac:chgData name="Kenshi Masaoka" userId="9c23bae6d7682b31" providerId="LiveId" clId="{37AEB7CE-9187-44E6-B52B-77A7DD0AA6F8}" dt="2026-01-16T01:15:25.507" v="271" actId="21"/>
          <ac:picMkLst>
            <pc:docMk/>
            <pc:sldMk cId="1223783793" sldId="261"/>
            <ac:picMk id="10" creationId="{4B17D397-D23F-B7D0-C804-3F5025DC9105}"/>
          </ac:picMkLst>
        </pc:picChg>
        <pc:picChg chg="del">
          <ac:chgData name="Kenshi Masaoka" userId="9c23bae6d7682b31" providerId="LiveId" clId="{37AEB7CE-9187-44E6-B52B-77A7DD0AA6F8}" dt="2026-01-16T01:15:41.325" v="274" actId="21"/>
          <ac:picMkLst>
            <pc:docMk/>
            <pc:sldMk cId="1223783793" sldId="261"/>
            <ac:picMk id="12" creationId="{A829A64B-80B3-13C4-5DEC-68BF4E268CC1}"/>
          </ac:picMkLst>
        </pc:picChg>
        <pc:picChg chg="del">
          <ac:chgData name="Kenshi Masaoka" userId="9c23bae6d7682b31" providerId="LiveId" clId="{37AEB7CE-9187-44E6-B52B-77A7DD0AA6F8}" dt="2026-01-16T01:16:01.149" v="279" actId="21"/>
          <ac:picMkLst>
            <pc:docMk/>
            <pc:sldMk cId="1223783793" sldId="261"/>
            <ac:picMk id="14" creationId="{7B6568A3-DFE9-0E6B-44F3-026436B07C61}"/>
          </ac:picMkLst>
        </pc:picChg>
      </pc:sldChg>
      <pc:sldChg chg="modSp mod">
        <pc:chgData name="Kenshi Masaoka" userId="9c23bae6d7682b31" providerId="LiveId" clId="{37AEB7CE-9187-44E6-B52B-77A7DD0AA6F8}" dt="2026-01-16T03:57:12.689" v="524" actId="14100"/>
        <pc:sldMkLst>
          <pc:docMk/>
          <pc:sldMk cId="3166189028" sldId="263"/>
        </pc:sldMkLst>
        <pc:spChg chg="mod">
          <ac:chgData name="Kenshi Masaoka" userId="9c23bae6d7682b31" providerId="LiveId" clId="{37AEB7CE-9187-44E6-B52B-77A7DD0AA6F8}" dt="2026-01-16T03:57:12.689" v="524" actId="14100"/>
          <ac:spMkLst>
            <pc:docMk/>
            <pc:sldMk cId="3166189028" sldId="263"/>
            <ac:spMk id="4" creationId="{603E6E56-1A45-0857-1C9C-11E272C4CCB9}"/>
          </ac:spMkLst>
        </pc:spChg>
        <pc:spChg chg="mod">
          <ac:chgData name="Kenshi Masaoka" userId="9c23bae6d7682b31" providerId="LiveId" clId="{37AEB7CE-9187-44E6-B52B-77A7DD0AA6F8}" dt="2026-01-16T01:25:57.083" v="348" actId="113"/>
          <ac:spMkLst>
            <pc:docMk/>
            <pc:sldMk cId="3166189028" sldId="263"/>
            <ac:spMk id="6" creationId="{56763599-8CB5-B9D3-BF58-45E53033E87D}"/>
          </ac:spMkLst>
        </pc:spChg>
      </pc:sldChg>
      <pc:sldChg chg="modSp del mod">
        <pc:chgData name="Kenshi Masaoka" userId="9c23bae6d7682b31" providerId="LiveId" clId="{37AEB7CE-9187-44E6-B52B-77A7DD0AA6F8}" dt="2026-01-16T01:27:45.479" v="357" actId="47"/>
        <pc:sldMkLst>
          <pc:docMk/>
          <pc:sldMk cId="179575318" sldId="265"/>
        </pc:sldMkLst>
        <pc:spChg chg="mod">
          <ac:chgData name="Kenshi Masaoka" userId="9c23bae6d7682b31" providerId="LiveId" clId="{37AEB7CE-9187-44E6-B52B-77A7DD0AA6F8}" dt="2026-01-16T01:27:43.165" v="356" actId="20577"/>
          <ac:spMkLst>
            <pc:docMk/>
            <pc:sldMk cId="179575318" sldId="265"/>
            <ac:spMk id="4" creationId="{8640651A-A064-40AD-039F-F40CAE90F513}"/>
          </ac:spMkLst>
        </pc:spChg>
      </pc:sldChg>
      <pc:sldChg chg="addSp delSp modSp mod setBg">
        <pc:chgData name="Kenshi Masaoka" userId="9c23bae6d7682b31" providerId="LiveId" clId="{37AEB7CE-9187-44E6-B52B-77A7DD0AA6F8}" dt="2026-01-16T01:25:31.949" v="340" actId="26606"/>
        <pc:sldMkLst>
          <pc:docMk/>
          <pc:sldMk cId="109483875" sldId="266"/>
        </pc:sldMkLst>
        <pc:spChg chg="add mod">
          <ac:chgData name="Kenshi Masaoka" userId="9c23bae6d7682b31" providerId="LiveId" clId="{37AEB7CE-9187-44E6-B52B-77A7DD0AA6F8}" dt="2026-01-16T01:22:14.112" v="308" actId="14100"/>
          <ac:spMkLst>
            <pc:docMk/>
            <pc:sldMk cId="109483875" sldId="266"/>
            <ac:spMk id="2" creationId="{2C321D69-3981-1EC0-5C8A-09A357E753B6}"/>
          </ac:spMkLst>
        </pc:spChg>
        <pc:spChg chg="add mod">
          <ac:chgData name="Kenshi Masaoka" userId="9c23bae6d7682b31" providerId="LiveId" clId="{37AEB7CE-9187-44E6-B52B-77A7DD0AA6F8}" dt="2026-01-16T01:22:18.464" v="310"/>
          <ac:spMkLst>
            <pc:docMk/>
            <pc:sldMk cId="109483875" sldId="266"/>
            <ac:spMk id="4" creationId="{4CCAE821-AC05-C239-756C-FDCD0C34A50C}"/>
          </ac:spMkLst>
        </pc:spChg>
        <pc:spChg chg="add mod">
          <ac:chgData name="Kenshi Masaoka" userId="9c23bae6d7682b31" providerId="LiveId" clId="{37AEB7CE-9187-44E6-B52B-77A7DD0AA6F8}" dt="2026-01-16T01:22:21.360" v="311"/>
          <ac:spMkLst>
            <pc:docMk/>
            <pc:sldMk cId="109483875" sldId="266"/>
            <ac:spMk id="7" creationId="{3959791E-02C3-DC80-B8DB-94C876C7E937}"/>
          </ac:spMkLst>
        </pc:spChg>
        <pc:spChg chg="add mod">
          <ac:chgData name="Kenshi Masaoka" userId="9c23bae6d7682b31" providerId="LiveId" clId="{37AEB7CE-9187-44E6-B52B-77A7DD0AA6F8}" dt="2026-01-16T01:22:34.223" v="312"/>
          <ac:spMkLst>
            <pc:docMk/>
            <pc:sldMk cId="109483875" sldId="266"/>
            <ac:spMk id="9" creationId="{C2105011-A880-CACA-2040-7A335D00E8EF}"/>
          </ac:spMkLst>
        </pc:spChg>
        <pc:spChg chg="add mod">
          <ac:chgData name="Kenshi Masaoka" userId="9c23bae6d7682b31" providerId="LiveId" clId="{37AEB7CE-9187-44E6-B52B-77A7DD0AA6F8}" dt="2026-01-16T01:22:39.303" v="318"/>
          <ac:spMkLst>
            <pc:docMk/>
            <pc:sldMk cId="109483875" sldId="266"/>
            <ac:spMk id="10" creationId="{00904F08-CE86-12EA-25E4-FF08A87D853E}"/>
          </ac:spMkLst>
        </pc:spChg>
        <pc:spChg chg="mod">
          <ac:chgData name="Kenshi Masaoka" userId="9c23bae6d7682b31" providerId="LiveId" clId="{37AEB7CE-9187-44E6-B52B-77A7DD0AA6F8}" dt="2026-01-16T01:24:50.542" v="338" actId="164"/>
          <ac:spMkLst>
            <pc:docMk/>
            <pc:sldMk cId="109483875" sldId="266"/>
            <ac:spMk id="13" creationId="{5BFDDA4D-A2A3-39C5-1E51-A22D57566622}"/>
          </ac:spMkLst>
        </pc:spChg>
        <pc:spChg chg="mod">
          <ac:chgData name="Kenshi Masaoka" userId="9c23bae6d7682b31" providerId="LiveId" clId="{37AEB7CE-9187-44E6-B52B-77A7DD0AA6F8}" dt="2026-01-16T01:24:55.446" v="339" actId="164"/>
          <ac:spMkLst>
            <pc:docMk/>
            <pc:sldMk cId="109483875" sldId="266"/>
            <ac:spMk id="14" creationId="{6DCFD573-0C81-E399-EE82-AF8743CE6570}"/>
          </ac:spMkLst>
        </pc:spChg>
        <pc:spChg chg="add mod">
          <ac:chgData name="Kenshi Masaoka" userId="9c23bae6d7682b31" providerId="LiveId" clId="{37AEB7CE-9187-44E6-B52B-77A7DD0AA6F8}" dt="2026-01-16T01:22:39.099" v="317"/>
          <ac:spMkLst>
            <pc:docMk/>
            <pc:sldMk cId="109483875" sldId="266"/>
            <ac:spMk id="15" creationId="{477B996B-6C6B-D42F-0434-609FB6FBD055}"/>
          </ac:spMkLst>
        </pc:spChg>
        <pc:spChg chg="add mod">
          <ac:chgData name="Kenshi Masaoka" userId="9c23bae6d7682b31" providerId="LiveId" clId="{37AEB7CE-9187-44E6-B52B-77A7DD0AA6F8}" dt="2026-01-16T01:22:38.893" v="316"/>
          <ac:spMkLst>
            <pc:docMk/>
            <pc:sldMk cId="109483875" sldId="266"/>
            <ac:spMk id="16" creationId="{202D070B-6F74-9437-0697-47B1ABEDD559}"/>
          </ac:spMkLst>
        </pc:spChg>
        <pc:spChg chg="add mod">
          <ac:chgData name="Kenshi Masaoka" userId="9c23bae6d7682b31" providerId="LiveId" clId="{37AEB7CE-9187-44E6-B52B-77A7DD0AA6F8}" dt="2026-01-16T01:22:52.819" v="319"/>
          <ac:spMkLst>
            <pc:docMk/>
            <pc:sldMk cId="109483875" sldId="266"/>
            <ac:spMk id="17" creationId="{6B4F37C0-B9B0-456F-C5A7-F5A0A42560C1}"/>
          </ac:spMkLst>
        </pc:spChg>
        <pc:spChg chg="add del mod">
          <ac:chgData name="Kenshi Masaoka" userId="9c23bae6d7682b31" providerId="LiveId" clId="{37AEB7CE-9187-44E6-B52B-77A7DD0AA6F8}" dt="2026-01-16T01:24:37.674" v="337" actId="11529"/>
          <ac:spMkLst>
            <pc:docMk/>
            <pc:sldMk cId="109483875" sldId="266"/>
            <ac:spMk id="21" creationId="{910FBA44-131B-732F-492D-3E9A347DFFBC}"/>
          </ac:spMkLst>
        </pc:spChg>
        <pc:spChg chg="add">
          <ac:chgData name="Kenshi Masaoka" userId="9c23bae6d7682b31" providerId="LiveId" clId="{37AEB7CE-9187-44E6-B52B-77A7DD0AA6F8}" dt="2026-01-16T01:25:31.949" v="340" actId="26606"/>
          <ac:spMkLst>
            <pc:docMk/>
            <pc:sldMk cId="109483875" sldId="266"/>
            <ac:spMk id="28" creationId="{A9F529C3-C941-49FD-8C67-82F134F64BDB}"/>
          </ac:spMkLst>
        </pc:spChg>
        <pc:spChg chg="add">
          <ac:chgData name="Kenshi Masaoka" userId="9c23bae6d7682b31" providerId="LiveId" clId="{37AEB7CE-9187-44E6-B52B-77A7DD0AA6F8}" dt="2026-01-16T01:25:31.949" v="340" actId="26606"/>
          <ac:spMkLst>
            <pc:docMk/>
            <pc:sldMk cId="109483875" sldId="266"/>
            <ac:spMk id="30" creationId="{20586029-32A0-47E5-9AEC-AE3ABA6B94D0}"/>
          </ac:spMkLst>
        </pc:spChg>
        <pc:grpChg chg="mod">
          <ac:chgData name="Kenshi Masaoka" userId="9c23bae6d7682b31" providerId="LiveId" clId="{37AEB7CE-9187-44E6-B52B-77A7DD0AA6F8}" dt="2026-01-16T01:24:12.038" v="327" actId="164"/>
          <ac:grpSpMkLst>
            <pc:docMk/>
            <pc:sldMk cId="109483875" sldId="266"/>
            <ac:grpSpMk id="6" creationId="{EE91F422-0962-FB71-883E-572CDF756F2B}"/>
          </ac:grpSpMkLst>
        </pc:grpChg>
        <pc:grpChg chg="mod">
          <ac:chgData name="Kenshi Masaoka" userId="9c23bae6d7682b31" providerId="LiveId" clId="{37AEB7CE-9187-44E6-B52B-77A7DD0AA6F8}" dt="2026-01-16T01:24:55.446" v="339" actId="164"/>
          <ac:grpSpMkLst>
            <pc:docMk/>
            <pc:sldMk cId="109483875" sldId="266"/>
            <ac:grpSpMk id="12" creationId="{A395D4A8-4861-D096-48A0-D9829BD4825E}"/>
          </ac:grpSpMkLst>
        </pc:grpChg>
        <pc:grpChg chg="add mod">
          <ac:chgData name="Kenshi Masaoka" userId="9c23bae6d7682b31" providerId="LiveId" clId="{37AEB7CE-9187-44E6-B52B-77A7DD0AA6F8}" dt="2026-01-16T01:24:50.542" v="338" actId="164"/>
          <ac:grpSpMkLst>
            <pc:docMk/>
            <pc:sldMk cId="109483875" sldId="266"/>
            <ac:grpSpMk id="20" creationId="{E63E9532-E790-4C19-CBE7-C68ADD6E87B2}"/>
          </ac:grpSpMkLst>
        </pc:grpChg>
        <pc:grpChg chg="add mod">
          <ac:chgData name="Kenshi Masaoka" userId="9c23bae6d7682b31" providerId="LiveId" clId="{37AEB7CE-9187-44E6-B52B-77A7DD0AA6F8}" dt="2026-01-16T01:25:31.949" v="340" actId="26606"/>
          <ac:grpSpMkLst>
            <pc:docMk/>
            <pc:sldMk cId="109483875" sldId="266"/>
            <ac:grpSpMk id="22" creationId="{D6944DB4-D4F4-E9A8-A520-B8BFC7CAB4EE}"/>
          </ac:grpSpMkLst>
        </pc:grpChg>
        <pc:grpChg chg="add mod ord">
          <ac:chgData name="Kenshi Masaoka" userId="9c23bae6d7682b31" providerId="LiveId" clId="{37AEB7CE-9187-44E6-B52B-77A7DD0AA6F8}" dt="2026-01-16T01:25:31.949" v="340" actId="26606"/>
          <ac:grpSpMkLst>
            <pc:docMk/>
            <pc:sldMk cId="109483875" sldId="266"/>
            <ac:grpSpMk id="23" creationId="{29F0BDB1-4E78-95D7-423D-4D569A378FF4}"/>
          </ac:grpSpMkLst>
        </pc:grpChg>
        <pc:picChg chg="mod">
          <ac:chgData name="Kenshi Masaoka" userId="9c23bae6d7682b31" providerId="LiveId" clId="{37AEB7CE-9187-44E6-B52B-77A7DD0AA6F8}" dt="2026-01-16T01:22:14.112" v="308" actId="14100"/>
          <ac:picMkLst>
            <pc:docMk/>
            <pc:sldMk cId="109483875" sldId="266"/>
            <ac:picMk id="3" creationId="{2A7A648A-666C-4FBE-959C-DB78D9C7C2ED}"/>
          </ac:picMkLst>
        </pc:picChg>
        <pc:picChg chg="mod">
          <ac:chgData name="Kenshi Masaoka" userId="9c23bae6d7682b31" providerId="LiveId" clId="{37AEB7CE-9187-44E6-B52B-77A7DD0AA6F8}" dt="2026-01-16T01:22:14.112" v="308" actId="14100"/>
          <ac:picMkLst>
            <pc:docMk/>
            <pc:sldMk cId="109483875" sldId="266"/>
            <ac:picMk id="5" creationId="{274E42F4-17F0-164C-39D5-FF4D74EF554F}"/>
          </ac:picMkLst>
        </pc:picChg>
        <pc:picChg chg="add mod">
          <ac:chgData name="Kenshi Masaoka" userId="9c23bae6d7682b31" providerId="LiveId" clId="{37AEB7CE-9187-44E6-B52B-77A7DD0AA6F8}" dt="2026-01-16T01:24:12.038" v="327" actId="164"/>
          <ac:picMkLst>
            <pc:docMk/>
            <pc:sldMk cId="109483875" sldId="266"/>
            <ac:picMk id="19" creationId="{B5BD5120-EC77-7906-0EFB-E849FFCA3D5C}"/>
          </ac:picMkLst>
        </pc:picChg>
        <pc:cxnChg chg="add">
          <ac:chgData name="Kenshi Masaoka" userId="9c23bae6d7682b31" providerId="LiveId" clId="{37AEB7CE-9187-44E6-B52B-77A7DD0AA6F8}" dt="2026-01-16T01:25:31.949" v="340" actId="26606"/>
          <ac:cxnSpMkLst>
            <pc:docMk/>
            <pc:sldMk cId="109483875" sldId="266"/>
            <ac:cxnSpMk id="32" creationId="{8C730EAB-A532-4295-A302-FB4B90DB9F5E}"/>
          </ac:cxnSpMkLst>
        </pc:cxnChg>
      </pc:sldChg>
      <pc:sldChg chg="addSp delSp modSp new mod setBg">
        <pc:chgData name="Kenshi Masaoka" userId="9c23bae6d7682b31" providerId="LiveId" clId="{37AEB7CE-9187-44E6-B52B-77A7DD0AA6F8}" dt="2026-01-16T04:14:14.265" v="866" actId="20577"/>
        <pc:sldMkLst>
          <pc:docMk/>
          <pc:sldMk cId="3620226719" sldId="267"/>
        </pc:sldMkLst>
        <pc:spChg chg="add mod">
          <ac:chgData name="Kenshi Masaoka" userId="9c23bae6d7682b31" providerId="LiveId" clId="{37AEB7CE-9187-44E6-B52B-77A7DD0AA6F8}" dt="2026-01-16T01:17:43.706" v="291" actId="1076"/>
          <ac:spMkLst>
            <pc:docMk/>
            <pc:sldMk cId="3620226719" sldId="267"/>
            <ac:spMk id="3" creationId="{89488F3B-553C-0D33-8AA4-F8CE8F02D852}"/>
          </ac:spMkLst>
        </pc:spChg>
        <pc:spChg chg="add del">
          <ac:chgData name="Kenshi Masaoka" userId="9c23bae6d7682b31" providerId="LiveId" clId="{37AEB7CE-9187-44E6-B52B-77A7DD0AA6F8}" dt="2026-01-16T01:09:13.827" v="197" actId="26606"/>
          <ac:spMkLst>
            <pc:docMk/>
            <pc:sldMk cId="3620226719" sldId="267"/>
            <ac:spMk id="7" creationId="{2D2B266D-3625-4584-A5C3-7D3F672CFF30}"/>
          </ac:spMkLst>
        </pc:spChg>
        <pc:spChg chg="add del">
          <ac:chgData name="Kenshi Masaoka" userId="9c23bae6d7682b31" providerId="LiveId" clId="{37AEB7CE-9187-44E6-B52B-77A7DD0AA6F8}" dt="2026-01-16T01:09:13.827" v="197" actId="26606"/>
          <ac:spMkLst>
            <pc:docMk/>
            <pc:sldMk cId="3620226719" sldId="267"/>
            <ac:spMk id="9" creationId="{C463B99A-73EE-4FBB-B7C4-F9F9BCC25C65}"/>
          </ac:spMkLst>
        </pc:spChg>
        <pc:spChg chg="add del">
          <ac:chgData name="Kenshi Masaoka" userId="9c23bae6d7682b31" providerId="LiveId" clId="{37AEB7CE-9187-44E6-B52B-77A7DD0AA6F8}" dt="2026-01-16T01:09:13.827" v="197" actId="26606"/>
          <ac:spMkLst>
            <pc:docMk/>
            <pc:sldMk cId="3620226719" sldId="267"/>
            <ac:spMk id="11" creationId="{A5D2A5D1-BA0D-47D3-B051-DA7743C46E28}"/>
          </ac:spMkLst>
        </pc:spChg>
        <pc:spChg chg="add del">
          <ac:chgData name="Kenshi Masaoka" userId="9c23bae6d7682b31" providerId="LiveId" clId="{37AEB7CE-9187-44E6-B52B-77A7DD0AA6F8}" dt="2026-01-16T01:09:22.347" v="199" actId="26606"/>
          <ac:spMkLst>
            <pc:docMk/>
            <pc:sldMk cId="3620226719" sldId="267"/>
            <ac:spMk id="14" creationId="{0B761509-3B9A-49A6-A84B-C3D86811697D}"/>
          </ac:spMkLst>
        </pc:spChg>
        <pc:spChg chg="add del">
          <ac:chgData name="Kenshi Masaoka" userId="9c23bae6d7682b31" providerId="LiveId" clId="{37AEB7CE-9187-44E6-B52B-77A7DD0AA6F8}" dt="2026-01-16T01:09:22.347" v="199" actId="26606"/>
          <ac:spMkLst>
            <pc:docMk/>
            <pc:sldMk cId="3620226719" sldId="267"/>
            <ac:spMk id="15" creationId="{91DE43FD-EB47-414A-B0AB-169B0FFFA527}"/>
          </ac:spMkLst>
        </pc:spChg>
        <pc:spChg chg="add del">
          <ac:chgData name="Kenshi Masaoka" userId="9c23bae6d7682b31" providerId="LiveId" clId="{37AEB7CE-9187-44E6-B52B-77A7DD0AA6F8}" dt="2026-01-16T01:09:32.033" v="201" actId="26606"/>
          <ac:spMkLst>
            <pc:docMk/>
            <pc:sldMk cId="3620226719" sldId="267"/>
            <ac:spMk id="18" creationId="{171EF538-1722-4A25-88B8-8C4A1C24FFD4}"/>
          </ac:spMkLst>
        </pc:spChg>
        <pc:spChg chg="add del">
          <ac:chgData name="Kenshi Masaoka" userId="9c23bae6d7682b31" providerId="LiveId" clId="{37AEB7CE-9187-44E6-B52B-77A7DD0AA6F8}" dt="2026-01-16T01:09:32.033" v="201" actId="26606"/>
          <ac:spMkLst>
            <pc:docMk/>
            <pc:sldMk cId="3620226719" sldId="267"/>
            <ac:spMk id="19" creationId="{186A8DC0-2911-44ED-9EEF-155B12BCBEDD}"/>
          </ac:spMkLst>
        </pc:spChg>
        <pc:spChg chg="add del">
          <ac:chgData name="Kenshi Masaoka" userId="9c23bae6d7682b31" providerId="LiveId" clId="{37AEB7CE-9187-44E6-B52B-77A7DD0AA6F8}" dt="2026-01-16T01:09:32.033" v="201" actId="26606"/>
          <ac:spMkLst>
            <pc:docMk/>
            <pc:sldMk cId="3620226719" sldId="267"/>
            <ac:spMk id="20" creationId="{6BD28D3C-37C5-457B-839A-75219D616104}"/>
          </ac:spMkLst>
        </pc:spChg>
        <pc:spChg chg="add del">
          <ac:chgData name="Kenshi Masaoka" userId="9c23bae6d7682b31" providerId="LiveId" clId="{37AEB7CE-9187-44E6-B52B-77A7DD0AA6F8}" dt="2026-01-16T01:09:34.776" v="203" actId="26606"/>
          <ac:spMkLst>
            <pc:docMk/>
            <pc:sldMk cId="3620226719" sldId="267"/>
            <ac:spMk id="22" creationId="{22F15A2D-2324-487D-A02A-BF46C5C580EB}"/>
          </ac:spMkLst>
        </pc:spChg>
        <pc:spChg chg="add del">
          <ac:chgData name="Kenshi Masaoka" userId="9c23bae6d7682b31" providerId="LiveId" clId="{37AEB7CE-9187-44E6-B52B-77A7DD0AA6F8}" dt="2026-01-16T01:09:34.776" v="203" actId="26606"/>
          <ac:spMkLst>
            <pc:docMk/>
            <pc:sldMk cId="3620226719" sldId="267"/>
            <ac:spMk id="23" creationId="{2AEAFA59-923A-4F54-8B49-44C970BCC323}"/>
          </ac:spMkLst>
        </pc:spChg>
        <pc:spChg chg="add del">
          <ac:chgData name="Kenshi Masaoka" userId="9c23bae6d7682b31" providerId="LiveId" clId="{37AEB7CE-9187-44E6-B52B-77A7DD0AA6F8}" dt="2026-01-16T01:09:34.776" v="203" actId="26606"/>
          <ac:spMkLst>
            <pc:docMk/>
            <pc:sldMk cId="3620226719" sldId="267"/>
            <ac:spMk id="24" creationId="{C37E9D4B-7BFA-4D10-B666-547BAC499469}"/>
          </ac:spMkLst>
        </pc:spChg>
        <pc:spChg chg="add del">
          <ac:chgData name="Kenshi Masaoka" userId="9c23bae6d7682b31" providerId="LiveId" clId="{37AEB7CE-9187-44E6-B52B-77A7DD0AA6F8}" dt="2026-01-16T01:09:35.545" v="205" actId="26606"/>
          <ac:spMkLst>
            <pc:docMk/>
            <pc:sldMk cId="3620226719" sldId="267"/>
            <ac:spMk id="26" creationId="{C7F55EAC-550A-4BDD-9099-3F20B8FA0EBC}"/>
          </ac:spMkLst>
        </pc:spChg>
        <pc:spChg chg="add del">
          <ac:chgData name="Kenshi Masaoka" userId="9c23bae6d7682b31" providerId="LiveId" clId="{37AEB7CE-9187-44E6-B52B-77A7DD0AA6F8}" dt="2026-01-16T01:09:35.545" v="205" actId="26606"/>
          <ac:spMkLst>
            <pc:docMk/>
            <pc:sldMk cId="3620226719" sldId="267"/>
            <ac:spMk id="27" creationId="{DC4F5A5F-493F-49AE-89B6-D5AF5EBC8B0E}"/>
          </ac:spMkLst>
        </pc:spChg>
        <pc:spChg chg="add del">
          <ac:chgData name="Kenshi Masaoka" userId="9c23bae6d7682b31" providerId="LiveId" clId="{37AEB7CE-9187-44E6-B52B-77A7DD0AA6F8}" dt="2026-01-16T01:10:07.161" v="212" actId="26606"/>
          <ac:spMkLst>
            <pc:docMk/>
            <pc:sldMk cId="3620226719" sldId="267"/>
            <ac:spMk id="29" creationId="{22F15A2D-2324-487D-A02A-BF46C5C580EB}"/>
          </ac:spMkLst>
        </pc:spChg>
        <pc:spChg chg="add del">
          <ac:chgData name="Kenshi Masaoka" userId="9c23bae6d7682b31" providerId="LiveId" clId="{37AEB7CE-9187-44E6-B52B-77A7DD0AA6F8}" dt="2026-01-16T01:10:07.161" v="212" actId="26606"/>
          <ac:spMkLst>
            <pc:docMk/>
            <pc:sldMk cId="3620226719" sldId="267"/>
            <ac:spMk id="30" creationId="{17A7F34E-D418-47E2-9F86-2C45BBC31210}"/>
          </ac:spMkLst>
        </pc:spChg>
        <pc:spChg chg="add del">
          <ac:chgData name="Kenshi Masaoka" userId="9c23bae6d7682b31" providerId="LiveId" clId="{37AEB7CE-9187-44E6-B52B-77A7DD0AA6F8}" dt="2026-01-16T01:10:07.161" v="212" actId="26606"/>
          <ac:spMkLst>
            <pc:docMk/>
            <pc:sldMk cId="3620226719" sldId="267"/>
            <ac:spMk id="31" creationId="{2AEAFA59-923A-4F54-8B49-44C970BCC323}"/>
          </ac:spMkLst>
        </pc:spChg>
        <pc:spChg chg="add del">
          <ac:chgData name="Kenshi Masaoka" userId="9c23bae6d7682b31" providerId="LiveId" clId="{37AEB7CE-9187-44E6-B52B-77A7DD0AA6F8}" dt="2026-01-16T01:10:02.357" v="209" actId="26606"/>
          <ac:spMkLst>
            <pc:docMk/>
            <pc:sldMk cId="3620226719" sldId="267"/>
            <ac:spMk id="36" creationId="{22F15A2D-2324-487D-A02A-BF46C5C580EB}"/>
          </ac:spMkLst>
        </pc:spChg>
        <pc:spChg chg="add del">
          <ac:chgData name="Kenshi Masaoka" userId="9c23bae6d7682b31" providerId="LiveId" clId="{37AEB7CE-9187-44E6-B52B-77A7DD0AA6F8}" dt="2026-01-16T01:10:02.357" v="209" actId="26606"/>
          <ac:spMkLst>
            <pc:docMk/>
            <pc:sldMk cId="3620226719" sldId="267"/>
            <ac:spMk id="38" creationId="{17A7F34E-D418-47E2-9F86-2C45BBC31210}"/>
          </ac:spMkLst>
        </pc:spChg>
        <pc:spChg chg="add del">
          <ac:chgData name="Kenshi Masaoka" userId="9c23bae6d7682b31" providerId="LiveId" clId="{37AEB7CE-9187-44E6-B52B-77A7DD0AA6F8}" dt="2026-01-16T01:10:02.357" v="209" actId="26606"/>
          <ac:spMkLst>
            <pc:docMk/>
            <pc:sldMk cId="3620226719" sldId="267"/>
            <ac:spMk id="40" creationId="{2AEAFA59-923A-4F54-8B49-44C970BCC323}"/>
          </ac:spMkLst>
        </pc:spChg>
        <pc:spChg chg="add del">
          <ac:chgData name="Kenshi Masaoka" userId="9c23bae6d7682b31" providerId="LiveId" clId="{37AEB7CE-9187-44E6-B52B-77A7DD0AA6F8}" dt="2026-01-16T01:10:07.094" v="211" actId="26606"/>
          <ac:spMkLst>
            <pc:docMk/>
            <pc:sldMk cId="3620226719" sldId="267"/>
            <ac:spMk id="42" creationId="{22F15A2D-2324-487D-A02A-BF46C5C580EB}"/>
          </ac:spMkLst>
        </pc:spChg>
        <pc:spChg chg="add del">
          <ac:chgData name="Kenshi Masaoka" userId="9c23bae6d7682b31" providerId="LiveId" clId="{37AEB7CE-9187-44E6-B52B-77A7DD0AA6F8}" dt="2026-01-16T01:10:07.094" v="211" actId="26606"/>
          <ac:spMkLst>
            <pc:docMk/>
            <pc:sldMk cId="3620226719" sldId="267"/>
            <ac:spMk id="43" creationId="{17A7F34E-D418-47E2-9F86-2C45BBC31210}"/>
          </ac:spMkLst>
        </pc:spChg>
        <pc:spChg chg="add del">
          <ac:chgData name="Kenshi Masaoka" userId="9c23bae6d7682b31" providerId="LiveId" clId="{37AEB7CE-9187-44E6-B52B-77A7DD0AA6F8}" dt="2026-01-16T01:10:07.094" v="211" actId="26606"/>
          <ac:spMkLst>
            <pc:docMk/>
            <pc:sldMk cId="3620226719" sldId="267"/>
            <ac:spMk id="44" creationId="{2AEAFA59-923A-4F54-8B49-44C970BCC323}"/>
          </ac:spMkLst>
        </pc:spChg>
        <pc:spChg chg="add">
          <ac:chgData name="Kenshi Masaoka" userId="9c23bae6d7682b31" providerId="LiveId" clId="{37AEB7CE-9187-44E6-B52B-77A7DD0AA6F8}" dt="2026-01-16T01:10:07.161" v="212" actId="26606"/>
          <ac:spMkLst>
            <pc:docMk/>
            <pc:sldMk cId="3620226719" sldId="267"/>
            <ac:spMk id="46" creationId="{22F15A2D-2324-487D-A02A-BF46C5C580EB}"/>
          </ac:spMkLst>
        </pc:spChg>
        <pc:spChg chg="add">
          <ac:chgData name="Kenshi Masaoka" userId="9c23bae6d7682b31" providerId="LiveId" clId="{37AEB7CE-9187-44E6-B52B-77A7DD0AA6F8}" dt="2026-01-16T01:10:07.161" v="212" actId="26606"/>
          <ac:spMkLst>
            <pc:docMk/>
            <pc:sldMk cId="3620226719" sldId="267"/>
            <ac:spMk id="47" creationId="{2AEAFA59-923A-4F54-8B49-44C970BCC323}"/>
          </ac:spMkLst>
        </pc:spChg>
        <pc:spChg chg="add">
          <ac:chgData name="Kenshi Masaoka" userId="9c23bae6d7682b31" providerId="LiveId" clId="{37AEB7CE-9187-44E6-B52B-77A7DD0AA6F8}" dt="2026-01-16T01:10:07.161" v="212" actId="26606"/>
          <ac:spMkLst>
            <pc:docMk/>
            <pc:sldMk cId="3620226719" sldId="267"/>
            <ac:spMk id="48" creationId="{C37E9D4B-7BFA-4D10-B666-547BAC499469}"/>
          </ac:spMkLst>
        </pc:spChg>
        <pc:grpChg chg="add del">
          <ac:chgData name="Kenshi Masaoka" userId="9c23bae6d7682b31" providerId="LiveId" clId="{37AEB7CE-9187-44E6-B52B-77A7DD0AA6F8}" dt="2026-01-16T01:09:22.347" v="199" actId="26606"/>
          <ac:grpSpMkLst>
            <pc:docMk/>
            <pc:sldMk cId="3620226719" sldId="267"/>
            <ac:grpSpMk id="16" creationId="{58495BCC-CE77-4CC2-952E-846F41119FD5}"/>
          </ac:grpSpMkLst>
        </pc:grpChg>
        <pc:graphicFrameChg chg="add mod modGraphic">
          <ac:chgData name="Kenshi Masaoka" userId="9c23bae6d7682b31" providerId="LiveId" clId="{37AEB7CE-9187-44E6-B52B-77A7DD0AA6F8}" dt="2026-01-16T04:14:14.265" v="866" actId="20577"/>
          <ac:graphicFrameMkLst>
            <pc:docMk/>
            <pc:sldMk cId="3620226719" sldId="267"/>
            <ac:graphicFrameMk id="2" creationId="{54199356-B9F0-CD04-F7C5-4C2FBEEA2E9D}"/>
          </ac:graphicFrameMkLst>
        </pc:graphicFrameChg>
        <pc:picChg chg="add mod">
          <ac:chgData name="Kenshi Masaoka" userId="9c23bae6d7682b31" providerId="LiveId" clId="{37AEB7CE-9187-44E6-B52B-77A7DD0AA6F8}" dt="2026-01-16T01:18:13.065" v="298" actId="1076"/>
          <ac:picMkLst>
            <pc:docMk/>
            <pc:sldMk cId="3620226719" sldId="267"/>
            <ac:picMk id="4" creationId="{211F5CF5-742F-1A07-2E9C-DF6FA6AFD9E9}"/>
          </ac:picMkLst>
        </pc:picChg>
        <pc:picChg chg="add mod">
          <ac:chgData name="Kenshi Masaoka" userId="9c23bae6d7682b31" providerId="LiveId" clId="{37AEB7CE-9187-44E6-B52B-77A7DD0AA6F8}" dt="2026-01-16T01:15:56.863" v="278" actId="1076"/>
          <ac:picMkLst>
            <pc:docMk/>
            <pc:sldMk cId="3620226719" sldId="267"/>
            <ac:picMk id="5" creationId="{A829A64B-80B3-13C4-5DEC-68BF4E268CC1}"/>
          </ac:picMkLst>
        </pc:picChg>
        <pc:picChg chg="add mod">
          <ac:chgData name="Kenshi Masaoka" userId="9c23bae6d7682b31" providerId="LiveId" clId="{37AEB7CE-9187-44E6-B52B-77A7DD0AA6F8}" dt="2026-01-16T01:16:24.533" v="283" actId="1076"/>
          <ac:picMkLst>
            <pc:docMk/>
            <pc:sldMk cId="3620226719" sldId="267"/>
            <ac:picMk id="6" creationId="{7B6568A3-DFE9-0E6B-44F3-026436B07C61}"/>
          </ac:picMkLst>
        </pc:picChg>
        <pc:picChg chg="add mod">
          <ac:chgData name="Kenshi Masaoka" userId="9c23bae6d7682b31" providerId="LiveId" clId="{37AEB7CE-9187-44E6-B52B-77A7DD0AA6F8}" dt="2026-01-16T01:15:36.459" v="273" actId="1076"/>
          <ac:picMkLst>
            <pc:docMk/>
            <pc:sldMk cId="3620226719" sldId="267"/>
            <ac:picMk id="10" creationId="{4B17D397-D23F-B7D0-C804-3F5025DC9105}"/>
          </ac:picMkLst>
        </pc:picChg>
      </pc:sldChg>
      <pc:sldChg chg="addSp delSp modSp new del mod setBg">
        <pc:chgData name="Kenshi Masaoka" userId="9c23bae6d7682b31" providerId="LiveId" clId="{37AEB7CE-9187-44E6-B52B-77A7DD0AA6F8}" dt="2026-01-16T01:08:32.823" v="191" actId="47"/>
        <pc:sldMkLst>
          <pc:docMk/>
          <pc:sldMk cId="3639816147" sldId="267"/>
        </pc:sldMkLst>
        <pc:spChg chg="add del mod">
          <ac:chgData name="Kenshi Masaoka" userId="9c23bae6d7682b31" providerId="LiveId" clId="{37AEB7CE-9187-44E6-B52B-77A7DD0AA6F8}" dt="2026-01-16T01:03:15.708" v="129" actId="478"/>
          <ac:spMkLst>
            <pc:docMk/>
            <pc:sldMk cId="3639816147" sldId="267"/>
            <ac:spMk id="4" creationId="{AB0B0AB1-224E-38F5-41B8-2D286F474811}"/>
          </ac:spMkLst>
        </pc:spChg>
        <pc:spChg chg="add del mod">
          <ac:chgData name="Kenshi Masaoka" userId="9c23bae6d7682b31" providerId="LiveId" clId="{37AEB7CE-9187-44E6-B52B-77A7DD0AA6F8}" dt="2026-01-16T01:03:33.835" v="133" actId="478"/>
          <ac:spMkLst>
            <pc:docMk/>
            <pc:sldMk cId="3639816147" sldId="267"/>
            <ac:spMk id="5" creationId="{57FF24C0-8B9B-1E16-CB1F-02ADC6CD5798}"/>
          </ac:spMkLst>
        </pc:spChg>
        <pc:spChg chg="add del mod">
          <ac:chgData name="Kenshi Masaoka" userId="9c23bae6d7682b31" providerId="LiveId" clId="{37AEB7CE-9187-44E6-B52B-77A7DD0AA6F8}" dt="2026-01-16T01:02:51.408" v="120" actId="478"/>
          <ac:spMkLst>
            <pc:docMk/>
            <pc:sldMk cId="3639816147" sldId="267"/>
            <ac:spMk id="6" creationId="{628FD2A5-8F3C-6D1C-77C0-154618686AD3}"/>
          </ac:spMkLst>
        </pc:spChg>
        <pc:spChg chg="add mod">
          <ac:chgData name="Kenshi Masaoka" userId="9c23bae6d7682b31" providerId="LiveId" clId="{37AEB7CE-9187-44E6-B52B-77A7DD0AA6F8}" dt="2026-01-16T01:08:25.564" v="172" actId="1076"/>
          <ac:spMkLst>
            <pc:docMk/>
            <pc:sldMk cId="3639816147" sldId="267"/>
            <ac:spMk id="7" creationId="{7A59EC30-E357-5243-2786-DF5F73F44C58}"/>
          </ac:spMkLst>
        </pc:spChg>
        <pc:spChg chg="add del">
          <ac:chgData name="Kenshi Masaoka" userId="9c23bae6d7682b31" providerId="LiveId" clId="{37AEB7CE-9187-44E6-B52B-77A7DD0AA6F8}" dt="2026-01-16T00:56:55.880" v="46" actId="26606"/>
          <ac:spMkLst>
            <pc:docMk/>
            <pc:sldMk cId="3639816147" sldId="267"/>
            <ac:spMk id="8" creationId="{F3060C83-F051-4F0E-ABAD-AA0DFC48B218}"/>
          </ac:spMkLst>
        </pc:spChg>
        <pc:spChg chg="add mod">
          <ac:chgData name="Kenshi Masaoka" userId="9c23bae6d7682b31" providerId="LiveId" clId="{37AEB7CE-9187-44E6-B52B-77A7DD0AA6F8}" dt="2026-01-16T01:08:25.050" v="171" actId="1076"/>
          <ac:spMkLst>
            <pc:docMk/>
            <pc:sldMk cId="3639816147" sldId="267"/>
            <ac:spMk id="9" creationId="{E424CA9F-A2BB-239D-4A89-ACD636BDBA15}"/>
          </ac:spMkLst>
        </pc:spChg>
        <pc:spChg chg="add del">
          <ac:chgData name="Kenshi Masaoka" userId="9c23bae6d7682b31" providerId="LiveId" clId="{37AEB7CE-9187-44E6-B52B-77A7DD0AA6F8}" dt="2026-01-16T00:56:55.880" v="46" actId="26606"/>
          <ac:spMkLst>
            <pc:docMk/>
            <pc:sldMk cId="3639816147" sldId="267"/>
            <ac:spMk id="10" creationId="{83C98ABE-055B-441F-B07E-44F97F083C39}"/>
          </ac:spMkLst>
        </pc:spChg>
        <pc:spChg chg="add mod">
          <ac:chgData name="Kenshi Masaoka" userId="9c23bae6d7682b31" providerId="LiveId" clId="{37AEB7CE-9187-44E6-B52B-77A7DD0AA6F8}" dt="2026-01-16T01:08:25.970" v="181" actId="1076"/>
          <ac:spMkLst>
            <pc:docMk/>
            <pc:sldMk cId="3639816147" sldId="267"/>
            <ac:spMk id="11" creationId="{80209305-2F18-F260-1F90-4DD6C473C21D}"/>
          </ac:spMkLst>
        </pc:spChg>
        <pc:spChg chg="add del">
          <ac:chgData name="Kenshi Masaoka" userId="9c23bae6d7682b31" providerId="LiveId" clId="{37AEB7CE-9187-44E6-B52B-77A7DD0AA6F8}" dt="2026-01-16T00:56:55.880" v="46" actId="26606"/>
          <ac:spMkLst>
            <pc:docMk/>
            <pc:sldMk cId="3639816147" sldId="267"/>
            <ac:spMk id="12" creationId="{29FDB030-9B49-4CED-8CCD-4D99382388AC}"/>
          </ac:spMkLst>
        </pc:spChg>
        <pc:spChg chg="add mod">
          <ac:chgData name="Kenshi Masaoka" userId="9c23bae6d7682b31" providerId="LiveId" clId="{37AEB7CE-9187-44E6-B52B-77A7DD0AA6F8}" dt="2026-01-16T01:08:26.273" v="190" actId="1076"/>
          <ac:spMkLst>
            <pc:docMk/>
            <pc:sldMk cId="3639816147" sldId="267"/>
            <ac:spMk id="13" creationId="{A60EFD47-C6A4-7E65-C434-E4FD0478A2FC}"/>
          </ac:spMkLst>
        </pc:spChg>
        <pc:spChg chg="add del">
          <ac:chgData name="Kenshi Masaoka" userId="9c23bae6d7682b31" providerId="LiveId" clId="{37AEB7CE-9187-44E6-B52B-77A7DD0AA6F8}" dt="2026-01-16T00:56:55.880" v="46" actId="26606"/>
          <ac:spMkLst>
            <pc:docMk/>
            <pc:sldMk cId="3639816147" sldId="267"/>
            <ac:spMk id="14" creationId="{3783CA14-24A1-485C-8B30-D6A5D87987AD}"/>
          </ac:spMkLst>
        </pc:spChg>
        <pc:spChg chg="add mod">
          <ac:chgData name="Kenshi Masaoka" userId="9c23bae6d7682b31" providerId="LiveId" clId="{37AEB7CE-9187-44E6-B52B-77A7DD0AA6F8}" dt="2026-01-16T01:08:26.225" v="189" actId="1076"/>
          <ac:spMkLst>
            <pc:docMk/>
            <pc:sldMk cId="3639816147" sldId="267"/>
            <ac:spMk id="15" creationId="{3878D35E-C5E7-374C-C75D-E0EC8B643FC1}"/>
          </ac:spMkLst>
        </pc:spChg>
        <pc:spChg chg="add del">
          <ac:chgData name="Kenshi Masaoka" userId="9c23bae6d7682b31" providerId="LiveId" clId="{37AEB7CE-9187-44E6-B52B-77A7DD0AA6F8}" dt="2026-01-16T00:56:55.880" v="46" actId="26606"/>
          <ac:spMkLst>
            <pc:docMk/>
            <pc:sldMk cId="3639816147" sldId="267"/>
            <ac:spMk id="16" creationId="{9A97C86A-04D6-40F7-AE84-31AB43E6A846}"/>
          </ac:spMkLst>
        </pc:spChg>
        <pc:spChg chg="add del">
          <ac:chgData name="Kenshi Masaoka" userId="9c23bae6d7682b31" providerId="LiveId" clId="{37AEB7CE-9187-44E6-B52B-77A7DD0AA6F8}" dt="2026-01-16T00:56:55.880" v="46" actId="26606"/>
          <ac:spMkLst>
            <pc:docMk/>
            <pc:sldMk cId="3639816147" sldId="267"/>
            <ac:spMk id="18" creationId="{FF9F2414-84E8-453E-B1F3-389FDE8192D9}"/>
          </ac:spMkLst>
        </pc:spChg>
        <pc:spChg chg="add del">
          <ac:chgData name="Kenshi Masaoka" userId="9c23bae6d7682b31" providerId="LiveId" clId="{37AEB7CE-9187-44E6-B52B-77A7DD0AA6F8}" dt="2026-01-16T00:56:55.880" v="46" actId="26606"/>
          <ac:spMkLst>
            <pc:docMk/>
            <pc:sldMk cId="3639816147" sldId="267"/>
            <ac:spMk id="20" creationId="{3ECA69A1-7536-43AC-85EF-C7106179F5ED}"/>
          </ac:spMkLst>
        </pc:spChg>
        <pc:spChg chg="add del">
          <ac:chgData name="Kenshi Masaoka" userId="9c23bae6d7682b31" providerId="LiveId" clId="{37AEB7CE-9187-44E6-B52B-77A7DD0AA6F8}" dt="2026-01-16T00:56:57.586" v="48" actId="26606"/>
          <ac:spMkLst>
            <pc:docMk/>
            <pc:sldMk cId="3639816147" sldId="267"/>
            <ac:spMk id="22" creationId="{F3060C83-F051-4F0E-ABAD-AA0DFC48B218}"/>
          </ac:spMkLst>
        </pc:spChg>
        <pc:spChg chg="add del">
          <ac:chgData name="Kenshi Masaoka" userId="9c23bae6d7682b31" providerId="LiveId" clId="{37AEB7CE-9187-44E6-B52B-77A7DD0AA6F8}" dt="2026-01-16T00:56:57.586" v="48" actId="26606"/>
          <ac:spMkLst>
            <pc:docMk/>
            <pc:sldMk cId="3639816147" sldId="267"/>
            <ac:spMk id="23" creationId="{83C98ABE-055B-441F-B07E-44F97F083C39}"/>
          </ac:spMkLst>
        </pc:spChg>
        <pc:spChg chg="add del">
          <ac:chgData name="Kenshi Masaoka" userId="9c23bae6d7682b31" providerId="LiveId" clId="{37AEB7CE-9187-44E6-B52B-77A7DD0AA6F8}" dt="2026-01-16T00:56:57.586" v="48" actId="26606"/>
          <ac:spMkLst>
            <pc:docMk/>
            <pc:sldMk cId="3639816147" sldId="267"/>
            <ac:spMk id="24" creationId="{29FDB030-9B49-4CED-8CCD-4D99382388AC}"/>
          </ac:spMkLst>
        </pc:spChg>
        <pc:spChg chg="add del">
          <ac:chgData name="Kenshi Masaoka" userId="9c23bae6d7682b31" providerId="LiveId" clId="{37AEB7CE-9187-44E6-B52B-77A7DD0AA6F8}" dt="2026-01-16T00:56:57.586" v="48" actId="26606"/>
          <ac:spMkLst>
            <pc:docMk/>
            <pc:sldMk cId="3639816147" sldId="267"/>
            <ac:spMk id="25" creationId="{3783CA14-24A1-485C-8B30-D6A5D87987AD}"/>
          </ac:spMkLst>
        </pc:spChg>
        <pc:spChg chg="add del">
          <ac:chgData name="Kenshi Masaoka" userId="9c23bae6d7682b31" providerId="LiveId" clId="{37AEB7CE-9187-44E6-B52B-77A7DD0AA6F8}" dt="2026-01-16T00:56:57.586" v="48" actId="26606"/>
          <ac:spMkLst>
            <pc:docMk/>
            <pc:sldMk cId="3639816147" sldId="267"/>
            <ac:spMk id="26" creationId="{9A97C86A-04D6-40F7-AE84-31AB43E6A846}"/>
          </ac:spMkLst>
        </pc:spChg>
        <pc:spChg chg="add del">
          <ac:chgData name="Kenshi Masaoka" userId="9c23bae6d7682b31" providerId="LiveId" clId="{37AEB7CE-9187-44E6-B52B-77A7DD0AA6F8}" dt="2026-01-16T00:56:57.586" v="48" actId="26606"/>
          <ac:spMkLst>
            <pc:docMk/>
            <pc:sldMk cId="3639816147" sldId="267"/>
            <ac:spMk id="27" creationId="{FF9F2414-84E8-453E-B1F3-389FDE8192D9}"/>
          </ac:spMkLst>
        </pc:spChg>
        <pc:spChg chg="add del">
          <ac:chgData name="Kenshi Masaoka" userId="9c23bae6d7682b31" providerId="LiveId" clId="{37AEB7CE-9187-44E6-B52B-77A7DD0AA6F8}" dt="2026-01-16T00:56:57.586" v="48" actId="26606"/>
          <ac:spMkLst>
            <pc:docMk/>
            <pc:sldMk cId="3639816147" sldId="267"/>
            <ac:spMk id="28" creationId="{3ECA69A1-7536-43AC-85EF-C7106179F5ED}"/>
          </ac:spMkLst>
        </pc:spChg>
        <pc:spChg chg="add del">
          <ac:chgData name="Kenshi Masaoka" userId="9c23bae6d7682b31" providerId="LiveId" clId="{37AEB7CE-9187-44E6-B52B-77A7DD0AA6F8}" dt="2026-01-16T00:58:12.780" v="66" actId="26606"/>
          <ac:spMkLst>
            <pc:docMk/>
            <pc:sldMk cId="3639816147" sldId="267"/>
            <ac:spMk id="30" creationId="{F3060C83-F051-4F0E-ABAD-AA0DFC48B218}"/>
          </ac:spMkLst>
        </pc:spChg>
        <pc:spChg chg="add del">
          <ac:chgData name="Kenshi Masaoka" userId="9c23bae6d7682b31" providerId="LiveId" clId="{37AEB7CE-9187-44E6-B52B-77A7DD0AA6F8}" dt="2026-01-16T00:58:12.780" v="66" actId="26606"/>
          <ac:spMkLst>
            <pc:docMk/>
            <pc:sldMk cId="3639816147" sldId="267"/>
            <ac:spMk id="31" creationId="{83C98ABE-055B-441F-B07E-44F97F083C39}"/>
          </ac:spMkLst>
        </pc:spChg>
        <pc:spChg chg="add del">
          <ac:chgData name="Kenshi Masaoka" userId="9c23bae6d7682b31" providerId="LiveId" clId="{37AEB7CE-9187-44E6-B52B-77A7DD0AA6F8}" dt="2026-01-16T00:58:12.780" v="66" actId="26606"/>
          <ac:spMkLst>
            <pc:docMk/>
            <pc:sldMk cId="3639816147" sldId="267"/>
            <ac:spMk id="32" creationId="{29FDB030-9B49-4CED-8CCD-4D99382388AC}"/>
          </ac:spMkLst>
        </pc:spChg>
        <pc:spChg chg="add del">
          <ac:chgData name="Kenshi Masaoka" userId="9c23bae6d7682b31" providerId="LiveId" clId="{37AEB7CE-9187-44E6-B52B-77A7DD0AA6F8}" dt="2026-01-16T00:58:12.764" v="65" actId="26606"/>
          <ac:spMkLst>
            <pc:docMk/>
            <pc:sldMk cId="3639816147" sldId="267"/>
            <ac:spMk id="33" creationId="{3783CA14-24A1-485C-8B30-D6A5D87987AD}"/>
          </ac:spMkLst>
        </pc:spChg>
        <pc:spChg chg="add del">
          <ac:chgData name="Kenshi Masaoka" userId="9c23bae6d7682b31" providerId="LiveId" clId="{37AEB7CE-9187-44E6-B52B-77A7DD0AA6F8}" dt="2026-01-16T00:58:12.780" v="66" actId="26606"/>
          <ac:spMkLst>
            <pc:docMk/>
            <pc:sldMk cId="3639816147" sldId="267"/>
            <ac:spMk id="34" creationId="{9A97C86A-04D6-40F7-AE84-31AB43E6A846}"/>
          </ac:spMkLst>
        </pc:spChg>
        <pc:spChg chg="add del">
          <ac:chgData name="Kenshi Masaoka" userId="9c23bae6d7682b31" providerId="LiveId" clId="{37AEB7CE-9187-44E6-B52B-77A7DD0AA6F8}" dt="2026-01-16T00:58:12.780" v="66" actId="26606"/>
          <ac:spMkLst>
            <pc:docMk/>
            <pc:sldMk cId="3639816147" sldId="267"/>
            <ac:spMk id="35" creationId="{FF9F2414-84E8-453E-B1F3-389FDE8192D9}"/>
          </ac:spMkLst>
        </pc:spChg>
        <pc:spChg chg="add del">
          <ac:chgData name="Kenshi Masaoka" userId="9c23bae6d7682b31" providerId="LiveId" clId="{37AEB7CE-9187-44E6-B52B-77A7DD0AA6F8}" dt="2026-01-16T00:58:12.764" v="65" actId="26606"/>
          <ac:spMkLst>
            <pc:docMk/>
            <pc:sldMk cId="3639816147" sldId="267"/>
            <ac:spMk id="36" creationId="{3ECA69A1-7536-43AC-85EF-C7106179F5ED}"/>
          </ac:spMkLst>
        </pc:spChg>
        <pc:spChg chg="add del">
          <ac:chgData name="Kenshi Masaoka" userId="9c23bae6d7682b31" providerId="LiveId" clId="{37AEB7CE-9187-44E6-B52B-77A7DD0AA6F8}" dt="2026-01-16T00:58:04.870" v="61" actId="26606"/>
          <ac:spMkLst>
            <pc:docMk/>
            <pc:sldMk cId="3639816147" sldId="267"/>
            <ac:spMk id="38" creationId="{171EF538-1722-4A25-88B8-8C4A1C24FFD4}"/>
          </ac:spMkLst>
        </pc:spChg>
        <pc:spChg chg="add del">
          <ac:chgData name="Kenshi Masaoka" userId="9c23bae6d7682b31" providerId="LiveId" clId="{37AEB7CE-9187-44E6-B52B-77A7DD0AA6F8}" dt="2026-01-16T00:58:04.870" v="61" actId="26606"/>
          <ac:spMkLst>
            <pc:docMk/>
            <pc:sldMk cId="3639816147" sldId="267"/>
            <ac:spMk id="39" creationId="{186A8DC0-2911-44ED-9EEF-155B12BCBEDD}"/>
          </ac:spMkLst>
        </pc:spChg>
        <pc:spChg chg="add del">
          <ac:chgData name="Kenshi Masaoka" userId="9c23bae6d7682b31" providerId="LiveId" clId="{37AEB7CE-9187-44E6-B52B-77A7DD0AA6F8}" dt="2026-01-16T00:57:58.261" v="55" actId="26606"/>
          <ac:spMkLst>
            <pc:docMk/>
            <pc:sldMk cId="3639816147" sldId="267"/>
            <ac:spMk id="41" creationId="{86FF76B9-219D-4469-AF87-0236D29032F1}"/>
          </ac:spMkLst>
        </pc:spChg>
        <pc:spChg chg="add del">
          <ac:chgData name="Kenshi Masaoka" userId="9c23bae6d7682b31" providerId="LiveId" clId="{37AEB7CE-9187-44E6-B52B-77A7DD0AA6F8}" dt="2026-01-16T00:58:04.870" v="61" actId="26606"/>
          <ac:spMkLst>
            <pc:docMk/>
            <pc:sldMk cId="3639816147" sldId="267"/>
            <ac:spMk id="45" creationId="{6BD28D3C-37C5-457B-839A-75219D616104}"/>
          </ac:spMkLst>
        </pc:spChg>
        <pc:spChg chg="add del">
          <ac:chgData name="Kenshi Masaoka" userId="9c23bae6d7682b31" providerId="LiveId" clId="{37AEB7CE-9187-44E6-B52B-77A7DD0AA6F8}" dt="2026-01-16T00:57:58.261" v="55" actId="26606"/>
          <ac:spMkLst>
            <pc:docMk/>
            <pc:sldMk cId="3639816147" sldId="267"/>
            <ac:spMk id="47" creationId="{2E80C965-DB6D-4F81-9E9E-B027384D0BD6}"/>
          </ac:spMkLst>
        </pc:spChg>
        <pc:spChg chg="add del">
          <ac:chgData name="Kenshi Masaoka" userId="9c23bae6d7682b31" providerId="LiveId" clId="{37AEB7CE-9187-44E6-B52B-77A7DD0AA6F8}" dt="2026-01-16T00:58:06.580" v="63" actId="26606"/>
          <ac:spMkLst>
            <pc:docMk/>
            <pc:sldMk cId="3639816147" sldId="267"/>
            <ac:spMk id="48" creationId="{B9FF99BD-075F-4761-A995-6FC574BD25EA}"/>
          </ac:spMkLst>
        </pc:spChg>
        <pc:spChg chg="add del">
          <ac:chgData name="Kenshi Masaoka" userId="9c23bae6d7682b31" providerId="LiveId" clId="{37AEB7CE-9187-44E6-B52B-77A7DD0AA6F8}" dt="2026-01-16T00:57:58.261" v="55" actId="26606"/>
          <ac:spMkLst>
            <pc:docMk/>
            <pc:sldMk cId="3639816147" sldId="267"/>
            <ac:spMk id="49" creationId="{633C5E46-DAC5-4661-9C87-22B08E2A512F}"/>
          </ac:spMkLst>
        </pc:spChg>
        <pc:spChg chg="add del">
          <ac:chgData name="Kenshi Masaoka" userId="9c23bae6d7682b31" providerId="LiveId" clId="{37AEB7CE-9187-44E6-B52B-77A7DD0AA6F8}" dt="2026-01-16T00:58:06.580" v="63" actId="26606"/>
          <ac:spMkLst>
            <pc:docMk/>
            <pc:sldMk cId="3639816147" sldId="267"/>
            <ac:spMk id="50" creationId="{A7B21A54-9BA3-4EA9-B460-5A829ADD9051}"/>
          </ac:spMkLst>
        </pc:spChg>
        <pc:spChg chg="add del">
          <ac:chgData name="Kenshi Masaoka" userId="9c23bae6d7682b31" providerId="LiveId" clId="{37AEB7CE-9187-44E6-B52B-77A7DD0AA6F8}" dt="2026-01-16T00:57:59.434" v="57" actId="26606"/>
          <ac:spMkLst>
            <pc:docMk/>
            <pc:sldMk cId="3639816147" sldId="267"/>
            <ac:spMk id="51" creationId="{86FF76B9-219D-4469-AF87-0236D29032F1}"/>
          </ac:spMkLst>
        </pc:spChg>
        <pc:spChg chg="add del">
          <ac:chgData name="Kenshi Masaoka" userId="9c23bae6d7682b31" providerId="LiveId" clId="{37AEB7CE-9187-44E6-B52B-77A7DD0AA6F8}" dt="2026-01-16T00:58:06.580" v="63" actId="26606"/>
          <ac:spMkLst>
            <pc:docMk/>
            <pc:sldMk cId="3639816147" sldId="267"/>
            <ac:spMk id="53" creationId="{6FA8F714-B9D8-488A-8CCA-E9948FF913A9}"/>
          </ac:spMkLst>
        </pc:spChg>
        <pc:spChg chg="add del">
          <ac:chgData name="Kenshi Masaoka" userId="9c23bae6d7682b31" providerId="LiveId" clId="{37AEB7CE-9187-44E6-B52B-77A7DD0AA6F8}" dt="2026-01-16T00:57:59.434" v="57" actId="26606"/>
          <ac:spMkLst>
            <pc:docMk/>
            <pc:sldMk cId="3639816147" sldId="267"/>
            <ac:spMk id="55" creationId="{2E80C965-DB6D-4F81-9E9E-B027384D0BD6}"/>
          </ac:spMkLst>
        </pc:spChg>
        <pc:spChg chg="add del">
          <ac:chgData name="Kenshi Masaoka" userId="9c23bae6d7682b31" providerId="LiveId" clId="{37AEB7CE-9187-44E6-B52B-77A7DD0AA6F8}" dt="2026-01-16T00:57:59.434" v="57" actId="26606"/>
          <ac:spMkLst>
            <pc:docMk/>
            <pc:sldMk cId="3639816147" sldId="267"/>
            <ac:spMk id="56" creationId="{633C5E46-DAC5-4661-9C87-22B08E2A512F}"/>
          </ac:spMkLst>
        </pc:spChg>
        <pc:spChg chg="add del">
          <ac:chgData name="Kenshi Masaoka" userId="9c23bae6d7682b31" providerId="LiveId" clId="{37AEB7CE-9187-44E6-B52B-77A7DD0AA6F8}" dt="2026-01-16T00:58:12.764" v="65" actId="26606"/>
          <ac:spMkLst>
            <pc:docMk/>
            <pc:sldMk cId="3639816147" sldId="267"/>
            <ac:spMk id="57" creationId="{22F15A2D-2324-487D-A02A-BF46C5C580EB}"/>
          </ac:spMkLst>
        </pc:spChg>
        <pc:spChg chg="add del">
          <ac:chgData name="Kenshi Masaoka" userId="9c23bae6d7682b31" providerId="LiveId" clId="{37AEB7CE-9187-44E6-B52B-77A7DD0AA6F8}" dt="2026-01-16T00:58:12.764" v="65" actId="26606"/>
          <ac:spMkLst>
            <pc:docMk/>
            <pc:sldMk cId="3639816147" sldId="267"/>
            <ac:spMk id="58" creationId="{17A7F34E-D418-47E2-9F86-2C45BBC31210}"/>
          </ac:spMkLst>
        </pc:spChg>
        <pc:spChg chg="add del">
          <ac:chgData name="Kenshi Masaoka" userId="9c23bae6d7682b31" providerId="LiveId" clId="{37AEB7CE-9187-44E6-B52B-77A7DD0AA6F8}" dt="2026-01-16T00:58:12.764" v="65" actId="26606"/>
          <ac:spMkLst>
            <pc:docMk/>
            <pc:sldMk cId="3639816147" sldId="267"/>
            <ac:spMk id="59" creationId="{2AEAFA59-923A-4F54-8B49-44C970BCC323}"/>
          </ac:spMkLst>
        </pc:spChg>
        <pc:spChg chg="add del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61" creationId="{F3060C83-F051-4F0E-ABAD-AA0DFC48B218}"/>
          </ac:spMkLst>
        </pc:spChg>
        <pc:spChg chg="add del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62" creationId="{83C98ABE-055B-441F-B07E-44F97F083C39}"/>
          </ac:spMkLst>
        </pc:spChg>
        <pc:spChg chg="add del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63" creationId="{29FDB030-9B49-4CED-8CCD-4D99382388AC}"/>
          </ac:spMkLst>
        </pc:spChg>
        <pc:spChg chg="add del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64" creationId="{3783CA14-24A1-485C-8B30-D6A5D87987AD}"/>
          </ac:spMkLst>
        </pc:spChg>
        <pc:spChg chg="add del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65" creationId="{9A97C86A-04D6-40F7-AE84-31AB43E6A846}"/>
          </ac:spMkLst>
        </pc:spChg>
        <pc:spChg chg="add del">
          <ac:chgData name="Kenshi Masaoka" userId="9c23bae6d7682b31" providerId="LiveId" clId="{37AEB7CE-9187-44E6-B52B-77A7DD0AA6F8}" dt="2026-01-16T00:58:53.769" v="72" actId="26606"/>
          <ac:spMkLst>
            <pc:docMk/>
            <pc:sldMk cId="3639816147" sldId="267"/>
            <ac:spMk id="72" creationId="{F3060C83-F051-4F0E-ABAD-AA0DFC48B218}"/>
          </ac:spMkLst>
        </pc:spChg>
        <pc:spChg chg="add del">
          <ac:chgData name="Kenshi Masaoka" userId="9c23bae6d7682b31" providerId="LiveId" clId="{37AEB7CE-9187-44E6-B52B-77A7DD0AA6F8}" dt="2026-01-16T00:58:53.769" v="72" actId="26606"/>
          <ac:spMkLst>
            <pc:docMk/>
            <pc:sldMk cId="3639816147" sldId="267"/>
            <ac:spMk id="76" creationId="{29FDB030-9B49-4CED-8CCD-4D99382388AC}"/>
          </ac:spMkLst>
        </pc:spChg>
        <pc:spChg chg="add del">
          <ac:chgData name="Kenshi Masaoka" userId="9c23bae6d7682b31" providerId="LiveId" clId="{37AEB7CE-9187-44E6-B52B-77A7DD0AA6F8}" dt="2026-01-16T00:58:53.769" v="72" actId="26606"/>
          <ac:spMkLst>
            <pc:docMk/>
            <pc:sldMk cId="3639816147" sldId="267"/>
            <ac:spMk id="78" creationId="{3783CA14-24A1-485C-8B30-D6A5D87987AD}"/>
          </ac:spMkLst>
        </pc:spChg>
        <pc:spChg chg="add del">
          <ac:chgData name="Kenshi Masaoka" userId="9c23bae6d7682b31" providerId="LiveId" clId="{37AEB7CE-9187-44E6-B52B-77A7DD0AA6F8}" dt="2026-01-16T00:58:53.769" v="72" actId="26606"/>
          <ac:spMkLst>
            <pc:docMk/>
            <pc:sldMk cId="3639816147" sldId="267"/>
            <ac:spMk id="80" creationId="{9A97C86A-04D6-40F7-AE84-31AB43E6A846}"/>
          </ac:spMkLst>
        </pc:spChg>
        <pc:spChg chg="add del">
          <ac:chgData name="Kenshi Masaoka" userId="9c23bae6d7682b31" providerId="LiveId" clId="{37AEB7CE-9187-44E6-B52B-77A7DD0AA6F8}" dt="2026-01-16T00:58:53.769" v="72" actId="26606"/>
          <ac:spMkLst>
            <pc:docMk/>
            <pc:sldMk cId="3639816147" sldId="267"/>
            <ac:spMk id="82" creationId="{FF9F2414-84E8-453E-B1F3-389FDE8192D9}"/>
          </ac:spMkLst>
        </pc:spChg>
        <pc:spChg chg="add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86" creationId="{F3060C83-F051-4F0E-ABAD-AA0DFC48B218}"/>
          </ac:spMkLst>
        </pc:spChg>
        <pc:spChg chg="add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87" creationId="{83C98ABE-055B-441F-B07E-44F97F083C39}"/>
          </ac:spMkLst>
        </pc:spChg>
        <pc:spChg chg="add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89" creationId="{3783CA14-24A1-485C-8B30-D6A5D87987AD}"/>
          </ac:spMkLst>
        </pc:spChg>
        <pc:spChg chg="add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91" creationId="{FF9F2414-84E8-453E-B1F3-389FDE8192D9}"/>
          </ac:spMkLst>
        </pc:spChg>
        <pc:spChg chg="add">
          <ac:chgData name="Kenshi Masaoka" userId="9c23bae6d7682b31" providerId="LiveId" clId="{37AEB7CE-9187-44E6-B52B-77A7DD0AA6F8}" dt="2026-01-16T00:58:53.810" v="73" actId="26606"/>
          <ac:spMkLst>
            <pc:docMk/>
            <pc:sldMk cId="3639816147" sldId="267"/>
            <ac:spMk id="92" creationId="{3ECA69A1-7536-43AC-85EF-C7106179F5ED}"/>
          </ac:spMkLst>
        </pc:spChg>
        <pc:graphicFrameChg chg="add">
          <ac:chgData name="Kenshi Masaoka" userId="9c23bae6d7682b31" providerId="LiveId" clId="{37AEB7CE-9187-44E6-B52B-77A7DD0AA6F8}" dt="2026-01-16T00:56:06.200" v="41"/>
          <ac:graphicFrameMkLst>
            <pc:docMk/>
            <pc:sldMk cId="3639816147" sldId="267"/>
            <ac:graphicFrameMk id="2" creationId="{90606E7C-6114-717E-B3B2-C94773EF7F81}"/>
          </ac:graphicFrameMkLst>
        </pc:graphicFrameChg>
        <pc:graphicFrameChg chg="add mod modGraphic">
          <ac:chgData name="Kenshi Masaoka" userId="9c23bae6d7682b31" providerId="LiveId" clId="{37AEB7CE-9187-44E6-B52B-77A7DD0AA6F8}" dt="2026-01-16T01:01:38.096" v="106" actId="21"/>
          <ac:graphicFrameMkLst>
            <pc:docMk/>
            <pc:sldMk cId="3639816147" sldId="267"/>
            <ac:graphicFrameMk id="3" creationId="{F2C1F429-DBD8-2002-AAC2-92A0C8C61F4C}"/>
          </ac:graphicFrameMkLst>
        </pc:graphicFrameChg>
      </pc:sldChg>
      <pc:sldChg chg="new del">
        <pc:chgData name="Kenshi Masaoka" userId="9c23bae6d7682b31" providerId="LiveId" clId="{37AEB7CE-9187-44E6-B52B-77A7DD0AA6F8}" dt="2026-01-16T04:30:38.950" v="923" actId="680"/>
        <pc:sldMkLst>
          <pc:docMk/>
          <pc:sldMk cId="744423898" sldId="268"/>
        </pc:sldMkLst>
      </pc:sldChg>
      <pc:sldChg chg="new del">
        <pc:chgData name="Kenshi Masaoka" userId="9c23bae6d7682b31" providerId="LiveId" clId="{37AEB7CE-9187-44E6-B52B-77A7DD0AA6F8}" dt="2026-01-16T04:30:38.510" v="922" actId="680"/>
        <pc:sldMkLst>
          <pc:docMk/>
          <pc:sldMk cId="2928529521" sldId="269"/>
        </pc:sldMkLst>
      </pc:sldChg>
      <pc:sldChg chg="new del">
        <pc:chgData name="Kenshi Masaoka" userId="9c23bae6d7682b31" providerId="LiveId" clId="{37AEB7CE-9187-44E6-B52B-77A7DD0AA6F8}" dt="2026-01-16T04:30:38.316" v="921" actId="680"/>
        <pc:sldMkLst>
          <pc:docMk/>
          <pc:sldMk cId="3016871267" sldId="270"/>
        </pc:sldMkLst>
      </pc:sldChg>
      <pc:sldChg chg="new del">
        <pc:chgData name="Kenshi Masaoka" userId="9c23bae6d7682b31" providerId="LiveId" clId="{37AEB7CE-9187-44E6-B52B-77A7DD0AA6F8}" dt="2026-01-16T04:30:38.117" v="920" actId="680"/>
        <pc:sldMkLst>
          <pc:docMk/>
          <pc:sldMk cId="1578452365" sldId="271"/>
        </pc:sldMkLst>
      </pc:sldChg>
      <pc:sldChg chg="new del">
        <pc:chgData name="Kenshi Masaoka" userId="9c23bae6d7682b31" providerId="LiveId" clId="{37AEB7CE-9187-44E6-B52B-77A7DD0AA6F8}" dt="2026-01-16T04:30:37.946" v="919" actId="680"/>
        <pc:sldMkLst>
          <pc:docMk/>
          <pc:sldMk cId="3160477768" sldId="272"/>
        </pc:sldMkLst>
      </pc:sldChg>
      <pc:sldChg chg="new del">
        <pc:chgData name="Kenshi Masaoka" userId="9c23bae6d7682b31" providerId="LiveId" clId="{37AEB7CE-9187-44E6-B52B-77A7DD0AA6F8}" dt="2026-01-16T04:30:37.809" v="918" actId="680"/>
        <pc:sldMkLst>
          <pc:docMk/>
          <pc:sldMk cId="861349561" sldId="273"/>
        </pc:sldMkLst>
      </pc:sldChg>
      <pc:sldChg chg="new del">
        <pc:chgData name="Kenshi Masaoka" userId="9c23bae6d7682b31" providerId="LiveId" clId="{37AEB7CE-9187-44E6-B52B-77A7DD0AA6F8}" dt="2026-01-16T04:30:37.634" v="917" actId="680"/>
        <pc:sldMkLst>
          <pc:docMk/>
          <pc:sldMk cId="2449545977" sldId="27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AA835D-87FE-64F6-EB1E-17C99CF3DD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4EFE69D-C754-CFDF-38A4-BCE1859350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7756CF-5429-907E-0A3C-AF359624B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F920D2-A29E-4A1D-5536-CA799F612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B651B5D-341B-7E7A-0740-225773EDF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2828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CB2078-8B46-53C5-FC45-C13D46DCA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BD4B09-9B20-F322-1589-980801CE2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F0DAAC-90CC-71F8-6C3A-52D7790ED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9D08E67-D93C-CD60-AB04-9F2C637B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4AEE2C-6932-E689-9D84-411E29857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327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C3605B-F8D3-337D-C5DB-347ECD12A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11FCD-AAE1-29C3-4277-8F5A2DF00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2E8C3A-FB47-20E7-B04F-6C6378E67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F96E53-218B-A791-7FA6-1ED603270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B0E4CA-9E5E-A631-577B-F2E45EBBE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7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45C587-98DD-02E6-5411-2B85FBBCB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141717-8558-9F39-CAE9-232792F828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B0D36D9-6549-C4CB-1BC4-0F1DF3989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E93058-6CE0-B16E-7D9B-5F951200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11BDF0-26B6-B7D4-F188-58272F43E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F29365-A7BC-F8F0-94A6-CAC836BC9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7004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3324B-7874-77E7-CF86-1481D46B3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E3AD87-6E3D-92F1-B5B6-72443A384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E5F5F8B-A0F4-A289-F4BB-3D6CF1DD59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D77077E-18ED-6FCE-D556-7EEE0034EC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A8F3331-B1C0-1825-2156-E5E1C3A3B0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6C4942B-C293-235D-0893-28BC5DB83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F2D73DF-BFA5-48DA-2AF5-8315BC8A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32FC0D0-4053-A3B1-0C4D-6F396A485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476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88857-146D-F5E9-4BDB-1FDC3425C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529201A-4884-BE86-A6FD-6E4CF38B8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A51E93-0C1B-B1A0-AB14-397D493A2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B4332AE-095A-ACD5-CA03-B086BC5C5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5636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12CE35B-1B66-35FF-E8F7-D1092A920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441224E-52C0-6DD9-8596-75BD29F14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FB910-F781-64DD-C2AF-9AEA64D83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472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29CAA2-95AA-240A-4AB8-6192D076D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9C099E-9E21-EC58-FB3A-624E29B4D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D894BC-4A37-544E-DDB0-F849FB7A39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4E4733-8A10-603D-38DE-C88A8170F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A6480A-DE53-0C94-2152-FAC091BB6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B47358-7A09-6E96-F0FD-F8F8B97D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49631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9CFF5D-3958-CCCE-158C-E39DBA5CF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8D8BD31-D2BF-E2FD-F7E9-37ACB92B41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6C1F5-020F-91EA-1DD0-5134A52D9F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E37A906-B4F4-8B58-9E97-A048A4EEE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B4625BA-F543-4520-559B-B2CBD360A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FA77E29-E9A6-C30D-AEC8-51CD8E191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9549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016FB-8646-AA5C-1682-C06CEB26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11E0E20-58E2-EFA9-AA61-9EB251BB8C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82A63B-698F-438F-4748-FC102D4CF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C6EA2C-7B87-4C36-7C40-0ADAD069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84A8A3-7CC3-1718-CACF-7B6C2B1F6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618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65DEE21-60C6-8D3C-B2C3-F2ACFC498F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CEACE7F-FF61-CF37-5BF8-F75D6DB3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C1EFC4-D531-496B-3645-87A78B144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BEFA90-FF73-9486-82AD-254C9577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8E2157-FD39-F1AD-0BC1-5946FFCAF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468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22542EC-FE4B-7796-614D-1CC211F80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A36EF6-64CA-BC0D-F2A9-9E8B2A696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881FF3-AA93-9A8C-8B0C-1842D7AC5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88F63A-79B6-45B8-9C62-1BB57C660AE6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7A6209A-44BB-221B-CF60-8B171781EA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6D44E5-767F-EA00-D507-B78FE7CF5C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E73FA6-FDE8-4FD7-A396-9041BF7573A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6658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1433260-80A9-512E-B253-AA75783E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kumimoji="1" lang="ja-JP" altLang="en-US" sz="6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データベース最終課題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3AC133F-7DC6-B18F-6803-04CF72D07F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0" y="2969470"/>
            <a:ext cx="8074815" cy="2331874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伊比悠幹</a:t>
            </a:r>
            <a:r>
              <a:rPr lang="en-US" altLang="ja-JP" dirty="0"/>
              <a:t>2442009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出島由基</a:t>
            </a:r>
            <a:r>
              <a:rPr lang="en-US" altLang="ja-JP" dirty="0"/>
              <a:t>2442058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笹川悠互</a:t>
            </a:r>
            <a:r>
              <a:rPr lang="en-US" altLang="ja-JP" dirty="0"/>
              <a:t>2442036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シンジハオ</a:t>
            </a:r>
            <a:r>
              <a:rPr lang="en-US" altLang="ja-JP" dirty="0"/>
              <a:t>2442041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ja-JP" altLang="en-US" dirty="0"/>
              <a:t>正岡拳士</a:t>
            </a:r>
            <a:r>
              <a:rPr lang="en-US" altLang="ja-JP" dirty="0"/>
              <a:t>2442079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403672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96E7377-60C9-D5C8-A3B2-E535F0B46148}"/>
              </a:ext>
            </a:extLst>
          </p:cNvPr>
          <p:cNvSpPr txBox="1"/>
          <p:nvPr/>
        </p:nvSpPr>
        <p:spPr>
          <a:xfrm>
            <a:off x="1285241" y="1231511"/>
            <a:ext cx="9231410" cy="3542045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5400" b="1" kern="1200" dirty="0">
                <a:solidFill>
                  <a:schemeClr val="tx1"/>
                </a:solidFill>
                <a:ea typeface="+mj-ea"/>
                <a:cs typeface="+mj-cs"/>
              </a:rPr>
              <a:t>作成するアプリケーション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altLang="ja-JP" sz="2900" kern="1200" dirty="0">
              <a:solidFill>
                <a:schemeClr val="tx1"/>
              </a:solidFill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4000" b="1" u="sng" dirty="0">
                <a:highlight>
                  <a:srgbClr val="C0C0C0"/>
                </a:highlight>
                <a:ea typeface="+mj-ea"/>
                <a:cs typeface="+mj-cs"/>
              </a:rPr>
              <a:t>自分に合う</a:t>
            </a:r>
            <a:r>
              <a:rPr lang="ja-JP" altLang="en-US" sz="4000" b="1" u="sng" kern="1200" dirty="0">
                <a:highlight>
                  <a:srgbClr val="C0C0C0"/>
                </a:highlight>
                <a:ea typeface="+mj-ea"/>
                <a:cs typeface="+mj-cs"/>
              </a:rPr>
              <a:t>ゲームを教えてくれるアプリ</a:t>
            </a:r>
            <a:endParaRPr lang="en-US" altLang="ja-JP" sz="4000" b="1" u="sng" kern="1200" dirty="0">
              <a:highlight>
                <a:srgbClr val="C0C0C0"/>
              </a:highlight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altLang="ja-JP" sz="2900" kern="1200" dirty="0">
              <a:solidFill>
                <a:schemeClr val="tx1"/>
              </a:solidFill>
              <a:ea typeface="+mj-ea"/>
              <a:cs typeface="+mj-cs"/>
            </a:endParaRP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ja-JP" altLang="en-US" sz="2900" kern="1200" dirty="0">
                <a:solidFill>
                  <a:schemeClr val="tx1"/>
                </a:solidFill>
                <a:ea typeface="+mj-ea"/>
                <a:cs typeface="+mj-cs"/>
              </a:rPr>
              <a:t>やりたいジャンルを入力すると人気順にゲームが列挙される。年代、ハードウェアの数値指定をすると指定したゲームが列挙される。</a:t>
            </a:r>
            <a:endParaRPr lang="en-US" altLang="ja-JP" sz="2900" kern="1200" dirty="0">
              <a:solidFill>
                <a:schemeClr val="tx1"/>
              </a:solidFill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975914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B05BB-3757-F196-3AAA-72BCE0B3C993}"/>
              </a:ext>
            </a:extLst>
          </p:cNvPr>
          <p:cNvSpPr txBox="1"/>
          <p:nvPr/>
        </p:nvSpPr>
        <p:spPr>
          <a:xfrm>
            <a:off x="1363531" y="0"/>
            <a:ext cx="1841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ペルソナ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9EDEE12-CED6-7F9D-32AB-3D6A036D1CB4}"/>
              </a:ext>
            </a:extLst>
          </p:cNvPr>
          <p:cNvSpPr txBox="1"/>
          <p:nvPr/>
        </p:nvSpPr>
        <p:spPr>
          <a:xfrm>
            <a:off x="636758" y="3309209"/>
            <a:ext cx="591539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名前：木村 吉衛門</a:t>
            </a:r>
            <a:endParaRPr kumimoji="1" lang="en-US" altLang="ja-JP" sz="2400" dirty="0"/>
          </a:p>
          <a:p>
            <a:r>
              <a:rPr lang="ja-JP" altLang="en-US" sz="2400" dirty="0"/>
              <a:t>年齢：</a:t>
            </a:r>
            <a:r>
              <a:rPr lang="en-US" altLang="ja-JP" sz="2400" dirty="0"/>
              <a:t>28</a:t>
            </a:r>
          </a:p>
          <a:p>
            <a:r>
              <a:rPr kumimoji="1" lang="ja-JP" altLang="en-US" sz="2400" dirty="0"/>
              <a:t>職業：家電屋勤務</a:t>
            </a:r>
            <a:endParaRPr lang="en-US" altLang="ja-JP" sz="2400" dirty="0"/>
          </a:p>
          <a:p>
            <a:r>
              <a:rPr kumimoji="1" lang="ja-JP" altLang="en-US" sz="2400" dirty="0"/>
              <a:t>年収：</a:t>
            </a:r>
            <a:r>
              <a:rPr kumimoji="1" lang="en-US" altLang="ja-JP" sz="2400" dirty="0"/>
              <a:t>340</a:t>
            </a:r>
            <a:r>
              <a:rPr kumimoji="1" lang="ja-JP" altLang="en-US" sz="2400" dirty="0"/>
              <a:t>万</a:t>
            </a:r>
            <a:endParaRPr kumimoji="1" lang="en-US" altLang="ja-JP" sz="2400" dirty="0"/>
          </a:p>
          <a:p>
            <a:r>
              <a:rPr lang="ja-JP" altLang="en-US" sz="2400" dirty="0"/>
              <a:t>居住地：東京都世田谷区</a:t>
            </a:r>
            <a:endParaRPr lang="en-US" altLang="ja-JP" sz="2400" dirty="0"/>
          </a:p>
          <a:p>
            <a:r>
              <a:rPr lang="ja-JP" altLang="en-US" sz="2400" dirty="0"/>
              <a:t>未既婚等：未婚・一人暮らし</a:t>
            </a:r>
            <a:endParaRPr lang="en-US" altLang="ja-JP" sz="2400" dirty="0"/>
          </a:p>
          <a:p>
            <a:r>
              <a:rPr lang="ja-JP" altLang="en-US" sz="2400" dirty="0"/>
              <a:t>最終学歴：東京都市大学</a:t>
            </a:r>
            <a:endParaRPr lang="en-US" altLang="ja-JP" sz="2400" dirty="0"/>
          </a:p>
          <a:p>
            <a:r>
              <a:rPr lang="ja-JP" altLang="en-US" sz="2400" dirty="0"/>
              <a:t>趣味：アニメ、少しゲーム</a:t>
            </a:r>
            <a:endParaRPr lang="en-US" altLang="ja-JP" sz="2400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9DCECF1-10A4-4752-7870-CD532C091FC2}"/>
              </a:ext>
            </a:extLst>
          </p:cNvPr>
          <p:cNvSpPr txBox="1"/>
          <p:nvPr/>
        </p:nvSpPr>
        <p:spPr>
          <a:xfrm>
            <a:off x="5037255" y="685696"/>
            <a:ext cx="6156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自分に合うゲームを探したい</a:t>
            </a:r>
            <a:endParaRPr lang="en-US" altLang="ja-JP" sz="3600" b="1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38B19C32-E85F-E6B7-D7DA-8EFA5771EE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74" y="464874"/>
            <a:ext cx="2932580" cy="276789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CD76F30-A5B2-0E25-3BD6-1632AAB2FD00}"/>
              </a:ext>
            </a:extLst>
          </p:cNvPr>
          <p:cNvSpPr txBox="1"/>
          <p:nvPr/>
        </p:nvSpPr>
        <p:spPr>
          <a:xfrm>
            <a:off x="5174731" y="1560200"/>
            <a:ext cx="638051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u="sng" dirty="0"/>
              <a:t>価値観</a:t>
            </a:r>
            <a:endParaRPr kumimoji="1" lang="en-US" altLang="ja-JP" sz="2000" b="1" u="sng" dirty="0"/>
          </a:p>
          <a:p>
            <a:r>
              <a:rPr kumimoji="1" lang="ja-JP" altLang="en-US" sz="2000" dirty="0"/>
              <a:t>流行には敏感だが自分に合わないものは無理にやらない。</a:t>
            </a:r>
            <a:r>
              <a:rPr lang="ja-JP" altLang="en-US" sz="2000" dirty="0"/>
              <a:t>効率重視で、失敗（時間やお金の無駄）を嫌う。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b="1" u="sng" dirty="0"/>
              <a:t>ゲームをする動機</a:t>
            </a:r>
            <a:endParaRPr lang="en-US" altLang="ja-JP" sz="2000" b="1" u="sng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ja-JP" altLang="ja-JP" sz="2000" dirty="0">
                <a:latin typeface="Arial" panose="020B0604020202020204" pitchFamily="34" charset="0"/>
              </a:rPr>
              <a:t>話題作を遊ぶことで、友人やSNSでの共通の話題を持ちたい</a:t>
            </a:r>
            <a:r>
              <a:rPr kumimoji="0" lang="ja-JP" altLang="en-US" sz="2000" dirty="0">
                <a:latin typeface="Arial" panose="020B0604020202020204" pitchFamily="34" charset="0"/>
              </a:rPr>
              <a:t>。</a:t>
            </a:r>
            <a:r>
              <a:rPr kumimoji="0" lang="ja-JP" altLang="ja-JP" sz="2000" dirty="0">
                <a:latin typeface="Arial" panose="020B0604020202020204" pitchFamily="34" charset="0"/>
              </a:rPr>
              <a:t>ただし、「合わないゲームを選んでしまうとすぐにやめてしまう」という失敗経験がある</a:t>
            </a:r>
            <a:r>
              <a:rPr kumimoji="0" lang="ja-JP" altLang="en-US" sz="2000" dirty="0">
                <a:latin typeface="Arial" panose="020B0604020202020204" pitchFamily="34" charset="0"/>
              </a:rPr>
              <a:t>。</a:t>
            </a:r>
            <a:endParaRPr kumimoji="0" lang="en-US" altLang="ja-JP" sz="20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ja-JP" sz="2000" b="1" dirty="0">
              <a:latin typeface="Arial" panose="020B0604020202020204" pitchFamily="34" charset="0"/>
            </a:endParaRPr>
          </a:p>
          <a:p>
            <a:r>
              <a:rPr lang="ja-JP" altLang="en-US" sz="2000" b="1" u="sng" dirty="0"/>
              <a:t>ゲームに求めること</a:t>
            </a:r>
          </a:p>
          <a:p>
            <a:r>
              <a:rPr lang="ja-JP" altLang="en-US" sz="2000" dirty="0"/>
              <a:t>自分の好みに合っていること。人気がある・評価が高いこと。</a:t>
            </a:r>
          </a:p>
          <a:p>
            <a:r>
              <a:rPr lang="ja-JP" altLang="en-US" sz="2000" dirty="0"/>
              <a:t>ジャンル・年代・ハードを絞って効率よく探せること。グラフィックや世界観が綺麗であること。スマホ・</a:t>
            </a:r>
            <a:r>
              <a:rPr lang="en-US" altLang="ja-JP" sz="2000" dirty="0"/>
              <a:t>PC</a:t>
            </a:r>
            <a:r>
              <a:rPr lang="ja-JP" altLang="en-US" sz="2000" dirty="0"/>
              <a:t>・家庭用など、自分の環境で遊べるかが一目でわかること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ja-JP" altLang="ja-JP" sz="2000" dirty="0">
              <a:latin typeface="Arial" panose="020B0604020202020204" pitchFamily="34" charset="0"/>
            </a:endParaRPr>
          </a:p>
          <a:p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896EEBF-80C3-D4DA-5904-5C6C5AB65F2A}"/>
              </a:ext>
            </a:extLst>
          </p:cNvPr>
          <p:cNvSpPr/>
          <p:nvPr/>
        </p:nvSpPr>
        <p:spPr>
          <a:xfrm>
            <a:off x="561336" y="3368550"/>
            <a:ext cx="150843" cy="2928305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F5841C6-26E0-23E9-B979-5620E3F15217}"/>
              </a:ext>
            </a:extLst>
          </p:cNvPr>
          <p:cNvSpPr/>
          <p:nvPr/>
        </p:nvSpPr>
        <p:spPr>
          <a:xfrm>
            <a:off x="5138320" y="696461"/>
            <a:ext cx="5954794" cy="569112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231119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35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ight Triangle 37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39">
            <a:extLst>
              <a:ext uri="{FF2B5EF4-FFF2-40B4-BE49-F238E27FC236}">
                <a16:creationId xmlns:a16="http://schemas.microsoft.com/office/drawing/2014/main" id="{C37E9D4B-7BFA-4D10-B666-547BAC4994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54199356-B9F0-CD04-F7C5-4C2FBEEA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692367"/>
              </p:ext>
            </p:extLst>
          </p:nvPr>
        </p:nvGraphicFramePr>
        <p:xfrm>
          <a:off x="874247" y="1314074"/>
          <a:ext cx="10440106" cy="46328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61863">
                  <a:extLst>
                    <a:ext uri="{9D8B030D-6E8A-4147-A177-3AD203B41FA5}">
                      <a16:colId xmlns:a16="http://schemas.microsoft.com/office/drawing/2014/main" val="4169442785"/>
                    </a:ext>
                  </a:extLst>
                </a:gridCol>
                <a:gridCol w="2369585">
                  <a:extLst>
                    <a:ext uri="{9D8B030D-6E8A-4147-A177-3AD203B41FA5}">
                      <a16:colId xmlns:a16="http://schemas.microsoft.com/office/drawing/2014/main" val="149999220"/>
                    </a:ext>
                  </a:extLst>
                </a:gridCol>
                <a:gridCol w="2324350">
                  <a:extLst>
                    <a:ext uri="{9D8B030D-6E8A-4147-A177-3AD203B41FA5}">
                      <a16:colId xmlns:a16="http://schemas.microsoft.com/office/drawing/2014/main" val="469688059"/>
                    </a:ext>
                  </a:extLst>
                </a:gridCol>
                <a:gridCol w="2066124">
                  <a:extLst>
                    <a:ext uri="{9D8B030D-6E8A-4147-A177-3AD203B41FA5}">
                      <a16:colId xmlns:a16="http://schemas.microsoft.com/office/drawing/2014/main" val="1658378334"/>
                    </a:ext>
                  </a:extLst>
                </a:gridCol>
                <a:gridCol w="2818184">
                  <a:extLst>
                    <a:ext uri="{9D8B030D-6E8A-4147-A177-3AD203B41FA5}">
                      <a16:colId xmlns:a16="http://schemas.microsoft.com/office/drawing/2014/main" val="1820060432"/>
                    </a:ext>
                  </a:extLst>
                </a:gridCol>
              </a:tblGrid>
              <a:tr h="44033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フェーズ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① 課題認識・検索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② アプリ導入・検索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③ 選定・購入決断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④ プレイ・共有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1736451650"/>
                  </a:ext>
                </a:extLst>
              </a:tr>
              <a:tr h="174055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800" b="1" cap="none" spc="0" dirty="0">
                          <a:solidFill>
                            <a:schemeClr val="tx1"/>
                          </a:solidFill>
                          <a:effectLst/>
                        </a:rPr>
                        <a:t>行動</a:t>
                      </a:r>
                      <a:endParaRPr lang="ja-JP" altLang="en-US" sz="18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</a:t>
                      </a: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話題作を探すが情報過多で選べない。</a:t>
                      </a:r>
                      <a:b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・過去の失敗（金と時間の無駄）を思い出して躊躇。</a:t>
                      </a:r>
                    </a:p>
                    <a:p>
                      <a:pPr rtl="0">
                        <a:buNone/>
                      </a:pP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・仕事が忙しくリサーチが面倒。</a:t>
                      </a: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・アプリにアクセス。</a:t>
                      </a:r>
                      <a:b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・「サバイバル」「自由度高い」</a:t>
                      </a: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・人気順でソート。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・グラフィックを確認。</a:t>
                      </a: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・年代順で最新作と確認し購入。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・好みにドンピシャなゲームだった。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・無駄なく週末に没頭。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・友人や</a:t>
                      </a:r>
                      <a:r>
                        <a:rPr lang="en-US" altLang="ja-JP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SNS</a:t>
                      </a: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で話題を共有。</a:t>
                      </a:r>
                      <a:endParaRPr lang="en-US" altLang="ja-JP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endParaRPr lang="ja-JP" altLang="en-US" sz="1400" u="sng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u="sng" cap="none" spc="0" dirty="0">
                          <a:solidFill>
                            <a:schemeClr val="tx1"/>
                          </a:solidFill>
                          <a:effectLst/>
                        </a:rPr>
                        <a:t>・「次もこのアプリで」と思う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2723914930"/>
                  </a:ext>
                </a:extLst>
              </a:tr>
              <a:tr h="100848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800" b="1" cap="none" spc="0" dirty="0">
                          <a:solidFill>
                            <a:schemeClr val="tx1"/>
                          </a:solidFill>
                          <a:effectLst/>
                        </a:rPr>
                        <a:t>感情</a:t>
                      </a:r>
                      <a:endParaRPr lang="ja-JP" altLang="en-US" sz="18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　（不満・不安）</a:t>
                      </a:r>
                      <a:b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「またクソゲー引いたら嫌だな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。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3000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円もドブに捨てたくない。」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　　（期待）</a:t>
                      </a:r>
                      <a:b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</a:b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「これなら効率よく探せそう。人気順で見れるのは助かる。」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（納得・安心）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「これこれ！俺がやりたいジャンルのゲームある？！これにしよう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!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 dirty="0">
                          <a:solidFill>
                            <a:schemeClr val="tx1"/>
                          </a:solidFill>
                          <a:effectLst/>
                        </a:rPr>
                        <a:t>　　　　　（満足・歓喜）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「最高！時間を無駄にせず当たりを引けた。コスパもタイパも良い。」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568480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b="1" cap="none" spc="0">
                          <a:solidFill>
                            <a:schemeClr val="tx1"/>
                          </a:solidFill>
                          <a:effectLst/>
                        </a:rPr>
                        <a:t>インサイト</a:t>
                      </a:r>
                      <a:endParaRPr lang="ja-JP" altLang="en-US" sz="1400" cap="none" spc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</a:t>
                      </a:r>
                      <a:r>
                        <a:rPr lang="en-US" altLang="ja-JP" sz="1400" cap="none" spc="0" dirty="0">
                          <a:solidFill>
                            <a:schemeClr val="tx1"/>
                          </a:solidFill>
                          <a:effectLst/>
                        </a:rPr>
                        <a:t>SNS</a:t>
                      </a: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のおすすめ＝自分への正解とは限らない。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・失敗経験が新しいゲームへのハードルになっている。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・「効率重視」には情報の網羅より「絞り込み」が必要。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・好みの系統を軸にできるかが鍵。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・「楽しいかわからない」不安の解消が購入の決め手。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・人気順は失敗しないための安心材料。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・ゲームこそ「合う」が大事。</a:t>
                      </a:r>
                    </a:p>
                    <a:p>
                      <a:pPr rtl="0">
                        <a:buNone/>
                      </a:pPr>
                      <a:r>
                        <a:rPr lang="ja-JP" altLang="en-US" sz="1400" cap="none" spc="0" dirty="0">
                          <a:solidFill>
                            <a:schemeClr val="tx1"/>
                          </a:solidFill>
                          <a:effectLst/>
                        </a:rPr>
                        <a:t>・共通の話題が充足感。</a:t>
                      </a:r>
                      <a:endParaRPr lang="ja-JP" altLang="en-US" sz="1400" cap="none" spc="0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marL="76271" marR="23163" marT="58671" marB="58671" anchor="ctr"/>
                </a:tc>
                <a:extLst>
                  <a:ext uri="{0D108BD9-81ED-4DB2-BD59-A6C34878D82A}">
                    <a16:rowId xmlns:a16="http://schemas.microsoft.com/office/drawing/2014/main" val="3512955329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9488F3B-553C-0D33-8AA4-F8CE8F02D852}"/>
              </a:ext>
            </a:extLst>
          </p:cNvPr>
          <p:cNvSpPr txBox="1"/>
          <p:nvPr/>
        </p:nvSpPr>
        <p:spPr>
          <a:xfrm>
            <a:off x="4283490" y="676287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dirty="0"/>
              <a:t>ストーリーボード</a:t>
            </a:r>
          </a:p>
        </p:txBody>
      </p:sp>
      <p:pic>
        <p:nvPicPr>
          <p:cNvPr id="4" name="グラフィックス 3" descr="悲しい顔 (塗りつぶしなし) 単色塗りつぶし">
            <a:extLst>
              <a:ext uri="{FF2B5EF4-FFF2-40B4-BE49-F238E27FC236}">
                <a16:creationId xmlns:a16="http://schemas.microsoft.com/office/drawing/2014/main" id="{211F5CF5-742F-1A07-2E9C-DF6FA6AF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5288" y="3629346"/>
            <a:ext cx="446314" cy="446314"/>
          </a:xfrm>
          <a:prstGeom prst="rect">
            <a:avLst/>
          </a:prstGeom>
        </p:spPr>
      </p:pic>
      <p:pic>
        <p:nvPicPr>
          <p:cNvPr id="10" name="グラフィックス 9" descr="笑顔 (塗りつぶしなし) 単色塗りつぶし">
            <a:extLst>
              <a:ext uri="{FF2B5EF4-FFF2-40B4-BE49-F238E27FC236}">
                <a16:creationId xmlns:a16="http://schemas.microsoft.com/office/drawing/2014/main" id="{4B17D397-D23F-B7D0-C804-3F5025DC9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10496" y="3618460"/>
            <a:ext cx="457200" cy="457200"/>
          </a:xfrm>
          <a:prstGeom prst="rect">
            <a:avLst/>
          </a:prstGeom>
        </p:spPr>
      </p:pic>
      <p:pic>
        <p:nvPicPr>
          <p:cNvPr id="5" name="グラフィックス 4" descr="サングラスをかけた顔 (塗りつぶしなし) 単色塗りつぶし">
            <a:extLst>
              <a:ext uri="{FF2B5EF4-FFF2-40B4-BE49-F238E27FC236}">
                <a16:creationId xmlns:a16="http://schemas.microsoft.com/office/drawing/2014/main" id="{A829A64B-80B3-13C4-5DEC-68BF4E268C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22093" y="3574312"/>
            <a:ext cx="501348" cy="501348"/>
          </a:xfrm>
          <a:prstGeom prst="rect">
            <a:avLst/>
          </a:prstGeom>
        </p:spPr>
      </p:pic>
      <p:pic>
        <p:nvPicPr>
          <p:cNvPr id="6" name="グラフィックス 5" descr="面白い顔 (塗りつぶしなし) 単色塗りつぶし">
            <a:extLst>
              <a:ext uri="{FF2B5EF4-FFF2-40B4-BE49-F238E27FC236}">
                <a16:creationId xmlns:a16="http://schemas.microsoft.com/office/drawing/2014/main" id="{7B6568A3-DFE9-0E6B-44F3-026436B07C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777838" y="3574312"/>
            <a:ext cx="501348" cy="50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226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763599-8CB5-B9D3-BF58-45E53033E87D}"/>
              </a:ext>
            </a:extLst>
          </p:cNvPr>
          <p:cNvSpPr txBox="1"/>
          <p:nvPr/>
        </p:nvSpPr>
        <p:spPr>
          <a:xfrm>
            <a:off x="1285240" y="1050595"/>
            <a:ext cx="8074815" cy="1618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7200" dirty="0"/>
              <a:t>検索・抽出機能</a:t>
            </a:r>
            <a:endParaRPr kumimoji="0" lang="en-US" altLang="ja-JP" sz="7200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03E6E56-1A45-0857-1C9C-11E272C4C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5239" y="3096404"/>
            <a:ext cx="8675190" cy="20837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R="0" lvl="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kumimoji="0" lang="ja-JP" altLang="en-US" sz="3200" b="1" i="0" u="none" strike="noStrike" cap="none" normalizeH="0" baseline="0" dirty="0">
                <a:ln>
                  <a:noFill/>
                </a:ln>
                <a:effectLst/>
              </a:rPr>
              <a:t>ジャンル</a:t>
            </a:r>
            <a:r>
              <a:rPr kumimoji="0" lang="ja-JP" altLang="en-US" sz="3200" b="0" i="0" u="none" strike="noStrike" cap="none" normalizeH="0" baseline="0" dirty="0">
                <a:ln>
                  <a:noFill/>
                </a:ln>
                <a:effectLst/>
              </a:rPr>
              <a:t>や</a:t>
            </a:r>
            <a:r>
              <a:rPr kumimoji="0" lang="ja-JP" altLang="en-US" sz="3200" b="1" i="0" u="none" strike="noStrike" cap="none" normalizeH="0" baseline="0" dirty="0">
                <a:ln>
                  <a:noFill/>
                </a:ln>
                <a:effectLst/>
              </a:rPr>
              <a:t>プレイスタイル</a:t>
            </a:r>
            <a:r>
              <a:rPr kumimoji="0" lang="ja-JP" altLang="en-US" sz="3200" dirty="0"/>
              <a:t>、</a:t>
            </a:r>
            <a:r>
              <a:rPr kumimoji="0" lang="ja-JP" altLang="en-US" sz="3200" b="1" i="0" u="none" strike="noStrike" cap="none" normalizeH="0" baseline="0" dirty="0">
                <a:ln>
                  <a:noFill/>
                </a:ln>
                <a:effectLst/>
              </a:rPr>
              <a:t>プラットフォーム</a:t>
            </a:r>
            <a:r>
              <a:rPr kumimoji="0" lang="ja-JP" altLang="en-US" sz="3200" dirty="0"/>
              <a:t>、</a:t>
            </a:r>
            <a:r>
              <a:rPr kumimoji="0" lang="ja-JP" altLang="en-US" sz="3200" b="1" i="0" u="none" strike="noStrike" cap="none" normalizeH="0" baseline="0" dirty="0">
                <a:ln>
                  <a:noFill/>
                </a:ln>
                <a:effectLst/>
              </a:rPr>
              <a:t>国</a:t>
            </a:r>
            <a:r>
              <a:rPr kumimoji="0" lang="ja-JP" altLang="en-US" sz="3200" dirty="0"/>
              <a:t>から、求めるゲームの条件を選ぶ</a:t>
            </a:r>
            <a:r>
              <a:rPr kumimoji="0" lang="ja-JP" altLang="en-US" sz="3200" b="0" i="0" u="none" strike="noStrike" cap="none" normalizeH="0" baseline="0" dirty="0">
                <a:ln>
                  <a:noFill/>
                </a:ln>
                <a:effectLst/>
              </a:rPr>
              <a:t>とデータベース内の大量のゲームデータから人気順でゲームを列挙する</a:t>
            </a:r>
            <a:endParaRPr kumimoji="0" lang="en-US" altLang="ja-JP" sz="32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ja-JP" sz="2400" b="1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-228600" fontAlgn="base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ja-JP" sz="2400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661890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9F529C3-C941-49FD-8C67-82F134F64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586029-32A0-47E5-9AEC-AE3ABA6B9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C730EAB-A532-4295-A302-FB4B90DB9F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79958" y="1143000"/>
            <a:ext cx="0" cy="4572000"/>
          </a:xfrm>
          <a:prstGeom prst="line">
            <a:avLst/>
          </a:prstGeom>
          <a:ln>
            <a:solidFill>
              <a:srgbClr val="4E4E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AutoShape 2">
            <a:extLst>
              <a:ext uri="{FF2B5EF4-FFF2-40B4-BE49-F238E27FC236}">
                <a16:creationId xmlns:a16="http://schemas.microsoft.com/office/drawing/2014/main" id="{2C321D69-3981-1EC0-5C8A-09A357E753B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3959791E-02C3-DC80-B8DB-94C876C7E93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C2105011-A880-CACA-2040-7A335D00E8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7" name="AutoShape 16">
            <a:extLst>
              <a:ext uri="{FF2B5EF4-FFF2-40B4-BE49-F238E27FC236}">
                <a16:creationId xmlns:a16="http://schemas.microsoft.com/office/drawing/2014/main" id="{6B4F37C0-B9B0-456F-C5A7-F5A0A42560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00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29F0BDB1-4E78-95D7-423D-4D569A378FF4}"/>
              </a:ext>
            </a:extLst>
          </p:cNvPr>
          <p:cNvGrpSpPr/>
          <p:nvPr/>
        </p:nvGrpSpPr>
        <p:grpSpPr>
          <a:xfrm>
            <a:off x="643467" y="1201870"/>
            <a:ext cx="5294716" cy="4454258"/>
            <a:chOff x="6294807" y="1316855"/>
            <a:chExt cx="5758543" cy="4844459"/>
          </a:xfrm>
        </p:grpSpPr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A395D4A8-4861-D096-48A0-D9829BD4825E}"/>
                </a:ext>
              </a:extLst>
            </p:cNvPr>
            <p:cNvGrpSpPr/>
            <p:nvPr/>
          </p:nvGrpSpPr>
          <p:grpSpPr>
            <a:xfrm>
              <a:off x="6294807" y="2024741"/>
              <a:ext cx="5758543" cy="4136573"/>
              <a:chOff x="6294807" y="2024741"/>
              <a:chExt cx="5758543" cy="4136573"/>
            </a:xfrm>
          </p:grpSpPr>
          <p:pic>
            <p:nvPicPr>
              <p:cNvPr id="8" name="図 7" descr="デスクトップコンピューターのモニター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BAEB15F2-CD7F-75C6-A7A5-1FCA61197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94807" y="2024741"/>
                <a:ext cx="5758543" cy="4136573"/>
              </a:xfrm>
              <a:prstGeom prst="rect">
                <a:avLst/>
              </a:prstGeom>
            </p:spPr>
          </p:pic>
          <p:pic>
            <p:nvPicPr>
              <p:cNvPr id="11" name="図 10" descr="テーブル が含まれている画像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743E08EC-4F89-2E8F-F2A7-25156BED5F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23196" y="2360727"/>
                <a:ext cx="5331347" cy="2644837"/>
              </a:xfrm>
              <a:prstGeom prst="rect">
                <a:avLst/>
              </a:prstGeom>
            </p:spPr>
          </p:pic>
        </p:grp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DCFD573-0C81-E399-EE82-AF8743CE6570}"/>
                </a:ext>
              </a:extLst>
            </p:cNvPr>
            <p:cNvSpPr txBox="1"/>
            <p:nvPr/>
          </p:nvSpPr>
          <p:spPr>
            <a:xfrm>
              <a:off x="7156100" y="1316855"/>
              <a:ext cx="4065537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832104">
                <a:spcAft>
                  <a:spcPts val="600"/>
                </a:spcAft>
              </a:pPr>
              <a:r>
                <a:rPr kumimoji="1" lang="ja-JP" altLang="en-US" sz="3640" b="1" kern="1200">
                  <a:solidFill>
                    <a:schemeClr val="tx1"/>
                  </a:solidFill>
                  <a:latin typeface="+mn-lt"/>
                  <a:ea typeface="ＭＳ Ｐ明朝" panose="02020600040205080304" pitchFamily="18" charset="-128"/>
                  <a:cs typeface="+mn-cs"/>
                </a:rPr>
                <a:t>ジャンル選択画面</a:t>
              </a:r>
              <a:endParaRPr lang="ja-JP" altLang="en-US" sz="4000" b="1">
                <a:ea typeface="ＭＳ Ｐ明朝" panose="02020600040205080304" pitchFamily="18" charset="-128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D6944DB4-D4F4-E9A8-A520-B8BFC7CAB4EE}"/>
              </a:ext>
            </a:extLst>
          </p:cNvPr>
          <p:cNvGrpSpPr/>
          <p:nvPr/>
        </p:nvGrpSpPr>
        <p:grpSpPr>
          <a:xfrm>
            <a:off x="6253817" y="1201872"/>
            <a:ext cx="5294715" cy="4454260"/>
            <a:chOff x="337457" y="1316855"/>
            <a:chExt cx="5758543" cy="4844459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5BFDDA4D-A2A3-39C5-1E51-A22D57566622}"/>
                </a:ext>
              </a:extLst>
            </p:cNvPr>
            <p:cNvSpPr txBox="1"/>
            <p:nvPr/>
          </p:nvSpPr>
          <p:spPr>
            <a:xfrm>
              <a:off x="1779813" y="1316855"/>
              <a:ext cx="289015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832104">
                <a:spcAft>
                  <a:spcPts val="600"/>
                </a:spcAft>
              </a:pPr>
              <a:r>
                <a:rPr kumimoji="1" lang="ja-JP" altLang="en-US" sz="3640" b="1" kern="1200">
                  <a:solidFill>
                    <a:schemeClr val="tx1"/>
                  </a:solidFill>
                  <a:latin typeface="+mn-lt"/>
                  <a:ea typeface="ＭＳ Ｐ明朝" panose="02020600040205080304" pitchFamily="18" charset="-128"/>
                  <a:cs typeface="+mn-cs"/>
                </a:rPr>
                <a:t>メインページ</a:t>
              </a:r>
              <a:endParaRPr kumimoji="1" lang="ja-JP" altLang="en-US" sz="4000" b="1">
                <a:ea typeface="ＭＳ Ｐ明朝" panose="02020600040205080304" pitchFamily="18" charset="-128"/>
              </a:endParaRPr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E63E9532-E790-4C19-CBE7-C68ADD6E87B2}"/>
                </a:ext>
              </a:extLst>
            </p:cNvPr>
            <p:cNvGrpSpPr/>
            <p:nvPr/>
          </p:nvGrpSpPr>
          <p:grpSpPr>
            <a:xfrm>
              <a:off x="337457" y="2024741"/>
              <a:ext cx="5758543" cy="4136573"/>
              <a:chOff x="337457" y="2024741"/>
              <a:chExt cx="5758543" cy="4136573"/>
            </a:xfrm>
          </p:grpSpPr>
          <p:grpSp>
            <p:nvGrpSpPr>
              <p:cNvPr id="6" name="グループ化 5">
                <a:extLst>
                  <a:ext uri="{FF2B5EF4-FFF2-40B4-BE49-F238E27FC236}">
                    <a16:creationId xmlns:a16="http://schemas.microsoft.com/office/drawing/2014/main" id="{EE91F422-0962-FB71-883E-572CDF756F2B}"/>
                  </a:ext>
                </a:extLst>
              </p:cNvPr>
              <p:cNvGrpSpPr/>
              <p:nvPr/>
            </p:nvGrpSpPr>
            <p:grpSpPr>
              <a:xfrm>
                <a:off x="337457" y="2024741"/>
                <a:ext cx="5758543" cy="4136573"/>
                <a:chOff x="1524000" y="0"/>
                <a:chExt cx="9144000" cy="6858000"/>
              </a:xfrm>
            </p:grpSpPr>
            <p:pic>
              <p:nvPicPr>
                <p:cNvPr id="3" name="図 2" descr="デスクトップコンピューターのモニター&#10;&#10;AI 生成コンテンツは誤りを含む可能性があります。">
                  <a:extLst>
                    <a:ext uri="{FF2B5EF4-FFF2-40B4-BE49-F238E27FC236}">
                      <a16:creationId xmlns:a16="http://schemas.microsoft.com/office/drawing/2014/main" id="{2A7A648A-666C-4FBE-959C-DB78D9C7C2E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24000" y="0"/>
                  <a:ext cx="9144000" cy="6858000"/>
                </a:xfrm>
                <a:prstGeom prst="rect">
                  <a:avLst/>
                </a:prstGeom>
              </p:spPr>
            </p:pic>
            <p:pic>
              <p:nvPicPr>
                <p:cNvPr id="5" name="図 4" descr="グラフィカル ユーザー インターフェイス, アプリケーション&#10;&#10;AI 生成コンテンツは誤りを含む可能性があります。">
                  <a:extLst>
                    <a:ext uri="{FF2B5EF4-FFF2-40B4-BE49-F238E27FC236}">
                      <a16:creationId xmlns:a16="http://schemas.microsoft.com/office/drawing/2014/main" id="{274E42F4-17F0-164C-39D5-FF4D74EF55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39686" y="609601"/>
                  <a:ext cx="8583385" cy="4279720"/>
                </a:xfrm>
                <a:prstGeom prst="rect">
                  <a:avLst/>
                </a:prstGeom>
              </p:spPr>
            </p:pic>
          </p:grpSp>
          <p:pic>
            <p:nvPicPr>
              <p:cNvPr id="19" name="図 18" descr="グラフィカル ユーザー インターフェイス, アプリケーション&#10;&#10;AI 生成コンテンツは誤りを含む可能性があります。">
                <a:extLst>
                  <a:ext uri="{FF2B5EF4-FFF2-40B4-BE49-F238E27FC236}">
                    <a16:creationId xmlns:a16="http://schemas.microsoft.com/office/drawing/2014/main" id="{B5BD5120-EC77-7906-0EFB-E849FFCA3D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27828" y="2317610"/>
                <a:ext cx="5362776" cy="273107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09483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591</Words>
  <Application>Microsoft Office PowerPoint</Application>
  <PresentationFormat>ワイド画面</PresentationFormat>
  <Paragraphs>77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Google Sans Text</vt:lpstr>
      <vt:lpstr>ＭＳ Ｐ明朝</vt:lpstr>
      <vt:lpstr>游ゴシック</vt:lpstr>
      <vt:lpstr>游ゴシック Light</vt:lpstr>
      <vt:lpstr>Arial</vt:lpstr>
      <vt:lpstr>Office テーマ</vt:lpstr>
      <vt:lpstr>データベース最終課題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Kenshi Masaoka</dc:creator>
  <cp:lastModifiedBy>Kenshi Masaoka</cp:lastModifiedBy>
  <cp:revision>5</cp:revision>
  <dcterms:created xsi:type="dcterms:W3CDTF">2025-12-23T00:30:14Z</dcterms:created>
  <dcterms:modified xsi:type="dcterms:W3CDTF">2026-01-16T04:32:53Z</dcterms:modified>
</cp:coreProperties>
</file>