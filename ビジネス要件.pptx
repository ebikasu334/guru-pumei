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3" r:id="rId4"/>
    <p:sldId id="266" r:id="rId5"/>
    <p:sldId id="258" r:id="rId6"/>
    <p:sldId id="267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1717DA-E8EB-49CD-980E-035793F166A0}" v="97" dt="2026-01-19T02:41:36.5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shi Masaoka" userId="9c23bae6d7682b31" providerId="LiveId" clId="{37AEB7CE-9187-44E6-B52B-77A7DD0AA6F8}"/>
    <pc:docChg chg="undo redo custSel addSld delSld modSld sldOrd">
      <pc:chgData name="Kenshi Masaoka" userId="9c23bae6d7682b31" providerId="LiveId" clId="{37AEB7CE-9187-44E6-B52B-77A7DD0AA6F8}" dt="2026-01-19T02:49:29.223" v="1984" actId="1076"/>
      <pc:docMkLst>
        <pc:docMk/>
      </pc:docMkLst>
      <pc:sldChg chg="addSp delSp modSp mod">
        <pc:chgData name="Kenshi Masaoka" userId="9c23bae6d7682b31" providerId="LiveId" clId="{37AEB7CE-9187-44E6-B52B-77A7DD0AA6F8}" dt="2026-01-19T02:35:16.467" v="1614" actId="14100"/>
        <pc:sldMkLst>
          <pc:docMk/>
          <pc:sldMk cId="3231119843" sldId="258"/>
        </pc:sldMkLst>
        <pc:spChg chg="mod">
          <ac:chgData name="Kenshi Masaoka" userId="9c23bae6d7682b31" providerId="LiveId" clId="{37AEB7CE-9187-44E6-B52B-77A7DD0AA6F8}" dt="2026-01-16T04:19:11.805" v="909" actId="1076"/>
          <ac:spMkLst>
            <pc:docMk/>
            <pc:sldMk cId="3231119843" sldId="258"/>
            <ac:spMk id="3" creationId="{8896EEBF-80C3-D4DA-5904-5C6C5AB65F2A}"/>
          </ac:spMkLst>
        </pc:spChg>
        <pc:spChg chg="mod">
          <ac:chgData name="Kenshi Masaoka" userId="9c23bae6d7682b31" providerId="LiveId" clId="{37AEB7CE-9187-44E6-B52B-77A7DD0AA6F8}" dt="2026-01-16T01:29:21.212" v="388" actId="1076"/>
          <ac:spMkLst>
            <pc:docMk/>
            <pc:sldMk cId="3231119843" sldId="258"/>
            <ac:spMk id="4" creationId="{D9DCECF1-10A4-4752-7870-CD532C091FC2}"/>
          </ac:spMkLst>
        </pc:spChg>
        <pc:spChg chg="add del mod">
          <ac:chgData name="Kenshi Masaoka" userId="9c23bae6d7682b31" providerId="LiveId" clId="{37AEB7CE-9187-44E6-B52B-77A7DD0AA6F8}" dt="2026-01-16T01:29:24.984" v="389" actId="1076"/>
          <ac:spMkLst>
            <pc:docMk/>
            <pc:sldMk cId="3231119843" sldId="258"/>
            <ac:spMk id="5" creationId="{DF5841C6-26E0-23E9-B979-5620E3F15217}"/>
          </ac:spMkLst>
        </pc:spChg>
        <pc:spChg chg="add del mod">
          <ac:chgData name="Kenshi Masaoka" userId="9c23bae6d7682b31" providerId="LiveId" clId="{37AEB7CE-9187-44E6-B52B-77A7DD0AA6F8}" dt="2026-01-19T02:35:16.467" v="1614" actId="14100"/>
          <ac:spMkLst>
            <pc:docMk/>
            <pc:sldMk cId="3231119843" sldId="258"/>
            <ac:spMk id="6" creationId="{B9EDEE12-CED6-7F9D-32AB-3D6A036D1CB4}"/>
          </ac:spMkLst>
        </pc:spChg>
        <pc:spChg chg="mod">
          <ac:chgData name="Kenshi Masaoka" userId="9c23bae6d7682b31" providerId="LiveId" clId="{37AEB7CE-9187-44E6-B52B-77A7DD0AA6F8}" dt="2026-01-19T02:35:12.907" v="1613" actId="255"/>
          <ac:spMkLst>
            <pc:docMk/>
            <pc:sldMk cId="3231119843" sldId="258"/>
            <ac:spMk id="8" creationId="{8CD76F30-A5B2-0E25-3BD6-1632AAB2FD00}"/>
          </ac:spMkLst>
        </pc:spChg>
      </pc:sldChg>
      <pc:sldChg chg="addSp modSp mod">
        <pc:chgData name="Kenshi Masaoka" userId="9c23bae6d7682b31" providerId="LiveId" clId="{37AEB7CE-9187-44E6-B52B-77A7DD0AA6F8}" dt="2026-01-19T02:24:37.650" v="1426" actId="20577"/>
        <pc:sldMkLst>
          <pc:docMk/>
          <pc:sldMk cId="2403672356" sldId="259"/>
        </pc:sldMkLst>
        <pc:spChg chg="mod">
          <ac:chgData name="Kenshi Masaoka" userId="9c23bae6d7682b31" providerId="LiveId" clId="{37AEB7CE-9187-44E6-B52B-77A7DD0AA6F8}" dt="2026-01-19T02:24:37.650" v="1426" actId="20577"/>
          <ac:spMkLst>
            <pc:docMk/>
            <pc:sldMk cId="2403672356" sldId="259"/>
            <ac:spMk id="2" creationId="{61433260-80A9-512E-B253-AA75783E5CEA}"/>
          </ac:spMkLst>
        </pc:spChg>
        <pc:spChg chg="mod">
          <ac:chgData name="Kenshi Masaoka" userId="9c23bae6d7682b31" providerId="LiveId" clId="{37AEB7CE-9187-44E6-B52B-77A7DD0AA6F8}" dt="2026-01-19T02:14:34.042" v="1046" actId="1076"/>
          <ac:spMkLst>
            <pc:docMk/>
            <pc:sldMk cId="2403672356" sldId="259"/>
            <ac:spMk id="3" creationId="{93AC133F-7DC6-B18F-6803-04CF72D07F18}"/>
          </ac:spMkLst>
        </pc:spChg>
        <pc:spChg chg="add mod">
          <ac:chgData name="Kenshi Masaoka" userId="9c23bae6d7682b31" providerId="LiveId" clId="{37AEB7CE-9187-44E6-B52B-77A7DD0AA6F8}" dt="2026-01-19T02:14:46.339" v="1048" actId="1076"/>
          <ac:spMkLst>
            <pc:docMk/>
            <pc:sldMk cId="2403672356" sldId="259"/>
            <ac:spMk id="4" creationId="{4F888B69-2E83-CDC6-7DC5-966A8C207D5B}"/>
          </ac:spMkLst>
        </pc:spChg>
      </pc:sldChg>
      <pc:sldChg chg="addSp delSp modSp mod">
        <pc:chgData name="Kenshi Masaoka" userId="9c23bae6d7682b31" providerId="LiveId" clId="{37AEB7CE-9187-44E6-B52B-77A7DD0AA6F8}" dt="2026-01-19T02:49:29.223" v="1984" actId="1076"/>
        <pc:sldMkLst>
          <pc:docMk/>
          <pc:sldMk cId="975914372" sldId="260"/>
        </pc:sldMkLst>
        <pc:spChg chg="mod">
          <ac:chgData name="Kenshi Masaoka" userId="9c23bae6d7682b31" providerId="LiveId" clId="{37AEB7CE-9187-44E6-B52B-77A7DD0AA6F8}" dt="2026-01-19T02:49:29.223" v="1984" actId="1076"/>
          <ac:spMkLst>
            <pc:docMk/>
            <pc:sldMk cId="975914372" sldId="260"/>
            <ac:spMk id="2" creationId="{196E7377-60C9-D5C8-A3B2-E535F0B46148}"/>
          </ac:spMkLst>
        </pc:spChg>
        <pc:spChg chg="del">
          <ac:chgData name="Kenshi Masaoka" userId="9c23bae6d7682b31" providerId="LiveId" clId="{37AEB7CE-9187-44E6-B52B-77A7DD0AA6F8}" dt="2026-01-19T02:23:37.736" v="1349" actId="26606"/>
          <ac:spMkLst>
            <pc:docMk/>
            <pc:sldMk cId="975914372" sldId="260"/>
            <ac:spMk id="7" creationId="{934F1179-B481-4F9E-BCA3-AFB972070F83}"/>
          </ac:spMkLst>
        </pc:spChg>
        <pc:spChg chg="del">
          <ac:chgData name="Kenshi Masaoka" userId="9c23bae6d7682b31" providerId="LiveId" clId="{37AEB7CE-9187-44E6-B52B-77A7DD0AA6F8}" dt="2026-01-19T02:23:37.736" v="1349" actId="26606"/>
          <ac:spMkLst>
            <pc:docMk/>
            <pc:sldMk cId="975914372" sldId="260"/>
            <ac:spMk id="9" creationId="{827DC2C4-B485-428A-BF4A-472D2967F47F}"/>
          </ac:spMkLst>
        </pc:spChg>
        <pc:spChg chg="del">
          <ac:chgData name="Kenshi Masaoka" userId="9c23bae6d7682b31" providerId="LiveId" clId="{37AEB7CE-9187-44E6-B52B-77A7DD0AA6F8}" dt="2026-01-19T02:23:37.736" v="1349" actId="26606"/>
          <ac:spMkLst>
            <pc:docMk/>
            <pc:sldMk cId="975914372" sldId="260"/>
            <ac:spMk id="11" creationId="{EE04B5EB-F158-4507-90DD-BD23620C7CC9}"/>
          </ac:spMkLst>
        </pc:spChg>
        <pc:spChg chg="add">
          <ac:chgData name="Kenshi Masaoka" userId="9c23bae6d7682b31" providerId="LiveId" clId="{37AEB7CE-9187-44E6-B52B-77A7DD0AA6F8}" dt="2026-01-19T02:23:37.736" v="1349" actId="26606"/>
          <ac:spMkLst>
            <pc:docMk/>
            <pc:sldMk cId="975914372" sldId="260"/>
            <ac:spMk id="16" creationId="{934F1179-B481-4F9E-BCA3-AFB972070F83}"/>
          </ac:spMkLst>
        </pc:spChg>
        <pc:spChg chg="add">
          <ac:chgData name="Kenshi Masaoka" userId="9c23bae6d7682b31" providerId="LiveId" clId="{37AEB7CE-9187-44E6-B52B-77A7DD0AA6F8}" dt="2026-01-19T02:23:37.736" v="1349" actId="26606"/>
          <ac:spMkLst>
            <pc:docMk/>
            <pc:sldMk cId="975914372" sldId="260"/>
            <ac:spMk id="18" creationId="{827DC2C4-B485-428A-BF4A-472D2967F47F}"/>
          </ac:spMkLst>
        </pc:spChg>
        <pc:spChg chg="add">
          <ac:chgData name="Kenshi Masaoka" userId="9c23bae6d7682b31" providerId="LiveId" clId="{37AEB7CE-9187-44E6-B52B-77A7DD0AA6F8}" dt="2026-01-19T02:23:37.736" v="1349" actId="26606"/>
          <ac:spMkLst>
            <pc:docMk/>
            <pc:sldMk cId="975914372" sldId="260"/>
            <ac:spMk id="20" creationId="{EE04B5EB-F158-4507-90DD-BD23620C7CC9}"/>
          </ac:spMkLst>
        </pc:spChg>
      </pc:sldChg>
      <pc:sldChg chg="modSp mod ord">
        <pc:chgData name="Kenshi Masaoka" userId="9c23bae6d7682b31" providerId="LiveId" clId="{37AEB7CE-9187-44E6-B52B-77A7DD0AA6F8}" dt="2026-01-19T02:41:36.513" v="1975" actId="1076"/>
        <pc:sldMkLst>
          <pc:docMk/>
          <pc:sldMk cId="3166189028" sldId="263"/>
        </pc:sldMkLst>
        <pc:spChg chg="mod">
          <ac:chgData name="Kenshi Masaoka" userId="9c23bae6d7682b31" providerId="LiveId" clId="{37AEB7CE-9187-44E6-B52B-77A7DD0AA6F8}" dt="2026-01-19T02:41:36.513" v="1975" actId="1076"/>
          <ac:spMkLst>
            <pc:docMk/>
            <pc:sldMk cId="3166189028" sldId="263"/>
            <ac:spMk id="4" creationId="{603E6E56-1A45-0857-1C9C-11E272C4CCB9}"/>
          </ac:spMkLst>
        </pc:spChg>
        <pc:spChg chg="mod">
          <ac:chgData name="Kenshi Masaoka" userId="9c23bae6d7682b31" providerId="LiveId" clId="{37AEB7CE-9187-44E6-B52B-77A7DD0AA6F8}" dt="2026-01-19T02:40:30.242" v="1953" actId="1076"/>
          <ac:spMkLst>
            <pc:docMk/>
            <pc:sldMk cId="3166189028" sldId="263"/>
            <ac:spMk id="6" creationId="{56763599-8CB5-B9D3-BF58-45E53033E87D}"/>
          </ac:spMkLst>
        </pc:spChg>
      </pc:sldChg>
      <pc:sldChg chg="addSp delSp modSp mod ord setBg">
        <pc:chgData name="Kenshi Masaoka" userId="9c23bae6d7682b31" providerId="LiveId" clId="{37AEB7CE-9187-44E6-B52B-77A7DD0AA6F8}" dt="2026-01-19T02:42:05.597" v="1977"/>
        <pc:sldMkLst>
          <pc:docMk/>
          <pc:sldMk cId="109483875" sldId="266"/>
        </pc:sldMkLst>
        <pc:spChg chg="add mod">
          <ac:chgData name="Kenshi Masaoka" userId="9c23bae6d7682b31" providerId="LiveId" clId="{37AEB7CE-9187-44E6-B52B-77A7DD0AA6F8}" dt="2026-01-16T01:22:14.112" v="308" actId="14100"/>
          <ac:spMkLst>
            <pc:docMk/>
            <pc:sldMk cId="109483875" sldId="266"/>
            <ac:spMk id="2" creationId="{2C321D69-3981-1EC0-5C8A-09A357E753B6}"/>
          </ac:spMkLst>
        </pc:spChg>
        <pc:spChg chg="add mod">
          <ac:chgData name="Kenshi Masaoka" userId="9c23bae6d7682b31" providerId="LiveId" clId="{37AEB7CE-9187-44E6-B52B-77A7DD0AA6F8}" dt="2026-01-16T01:22:21.360" v="311"/>
          <ac:spMkLst>
            <pc:docMk/>
            <pc:sldMk cId="109483875" sldId="266"/>
            <ac:spMk id="7" creationId="{3959791E-02C3-DC80-B8DB-94C876C7E937}"/>
          </ac:spMkLst>
        </pc:spChg>
        <pc:spChg chg="add mod">
          <ac:chgData name="Kenshi Masaoka" userId="9c23bae6d7682b31" providerId="LiveId" clId="{37AEB7CE-9187-44E6-B52B-77A7DD0AA6F8}" dt="2026-01-16T01:22:34.223" v="312"/>
          <ac:spMkLst>
            <pc:docMk/>
            <pc:sldMk cId="109483875" sldId="266"/>
            <ac:spMk id="9" creationId="{C2105011-A880-CACA-2040-7A335D00E8EF}"/>
          </ac:spMkLst>
        </pc:spChg>
        <pc:spChg chg="mod">
          <ac:chgData name="Kenshi Masaoka" userId="9c23bae6d7682b31" providerId="LiveId" clId="{37AEB7CE-9187-44E6-B52B-77A7DD0AA6F8}" dt="2026-01-16T01:24:50.542" v="338" actId="164"/>
          <ac:spMkLst>
            <pc:docMk/>
            <pc:sldMk cId="109483875" sldId="266"/>
            <ac:spMk id="13" creationId="{5BFDDA4D-A2A3-39C5-1E51-A22D57566622}"/>
          </ac:spMkLst>
        </pc:spChg>
        <pc:spChg chg="mod">
          <ac:chgData name="Kenshi Masaoka" userId="9c23bae6d7682b31" providerId="LiveId" clId="{37AEB7CE-9187-44E6-B52B-77A7DD0AA6F8}" dt="2026-01-16T01:24:55.446" v="339" actId="164"/>
          <ac:spMkLst>
            <pc:docMk/>
            <pc:sldMk cId="109483875" sldId="266"/>
            <ac:spMk id="14" creationId="{6DCFD573-0C81-E399-EE82-AF8743CE6570}"/>
          </ac:spMkLst>
        </pc:spChg>
        <pc:spChg chg="add mod">
          <ac:chgData name="Kenshi Masaoka" userId="9c23bae6d7682b31" providerId="LiveId" clId="{37AEB7CE-9187-44E6-B52B-77A7DD0AA6F8}" dt="2026-01-16T01:22:52.819" v="319"/>
          <ac:spMkLst>
            <pc:docMk/>
            <pc:sldMk cId="109483875" sldId="266"/>
            <ac:spMk id="17" creationId="{6B4F37C0-B9B0-456F-C5A7-F5A0A42560C1}"/>
          </ac:spMkLst>
        </pc:spChg>
        <pc:spChg chg="add">
          <ac:chgData name="Kenshi Masaoka" userId="9c23bae6d7682b31" providerId="LiveId" clId="{37AEB7CE-9187-44E6-B52B-77A7DD0AA6F8}" dt="2026-01-16T01:25:31.949" v="340" actId="26606"/>
          <ac:spMkLst>
            <pc:docMk/>
            <pc:sldMk cId="109483875" sldId="266"/>
            <ac:spMk id="28" creationId="{A9F529C3-C941-49FD-8C67-82F134F64BDB}"/>
          </ac:spMkLst>
        </pc:spChg>
        <pc:spChg chg="add">
          <ac:chgData name="Kenshi Masaoka" userId="9c23bae6d7682b31" providerId="LiveId" clId="{37AEB7CE-9187-44E6-B52B-77A7DD0AA6F8}" dt="2026-01-16T01:25:31.949" v="340" actId="26606"/>
          <ac:spMkLst>
            <pc:docMk/>
            <pc:sldMk cId="109483875" sldId="266"/>
            <ac:spMk id="30" creationId="{20586029-32A0-47E5-9AEC-AE3ABA6B94D0}"/>
          </ac:spMkLst>
        </pc:spChg>
        <pc:grpChg chg="mod">
          <ac:chgData name="Kenshi Masaoka" userId="9c23bae6d7682b31" providerId="LiveId" clId="{37AEB7CE-9187-44E6-B52B-77A7DD0AA6F8}" dt="2026-01-16T01:24:12.038" v="327" actId="164"/>
          <ac:grpSpMkLst>
            <pc:docMk/>
            <pc:sldMk cId="109483875" sldId="266"/>
            <ac:grpSpMk id="6" creationId="{EE91F422-0962-FB71-883E-572CDF756F2B}"/>
          </ac:grpSpMkLst>
        </pc:grpChg>
        <pc:grpChg chg="mod">
          <ac:chgData name="Kenshi Masaoka" userId="9c23bae6d7682b31" providerId="LiveId" clId="{37AEB7CE-9187-44E6-B52B-77A7DD0AA6F8}" dt="2026-01-16T01:24:55.446" v="339" actId="164"/>
          <ac:grpSpMkLst>
            <pc:docMk/>
            <pc:sldMk cId="109483875" sldId="266"/>
            <ac:grpSpMk id="12" creationId="{A395D4A8-4861-D096-48A0-D9829BD4825E}"/>
          </ac:grpSpMkLst>
        </pc:grpChg>
        <pc:grpChg chg="add mod">
          <ac:chgData name="Kenshi Masaoka" userId="9c23bae6d7682b31" providerId="LiveId" clId="{37AEB7CE-9187-44E6-B52B-77A7DD0AA6F8}" dt="2026-01-16T01:24:50.542" v="338" actId="164"/>
          <ac:grpSpMkLst>
            <pc:docMk/>
            <pc:sldMk cId="109483875" sldId="266"/>
            <ac:grpSpMk id="20" creationId="{E63E9532-E790-4C19-CBE7-C68ADD6E87B2}"/>
          </ac:grpSpMkLst>
        </pc:grpChg>
        <pc:grpChg chg="add mod">
          <ac:chgData name="Kenshi Masaoka" userId="9c23bae6d7682b31" providerId="LiveId" clId="{37AEB7CE-9187-44E6-B52B-77A7DD0AA6F8}" dt="2026-01-16T01:25:31.949" v="340" actId="26606"/>
          <ac:grpSpMkLst>
            <pc:docMk/>
            <pc:sldMk cId="109483875" sldId="266"/>
            <ac:grpSpMk id="22" creationId="{D6944DB4-D4F4-E9A8-A520-B8BFC7CAB4EE}"/>
          </ac:grpSpMkLst>
        </pc:grpChg>
        <pc:grpChg chg="add mod ord">
          <ac:chgData name="Kenshi Masaoka" userId="9c23bae6d7682b31" providerId="LiveId" clId="{37AEB7CE-9187-44E6-B52B-77A7DD0AA6F8}" dt="2026-01-16T01:25:31.949" v="340" actId="26606"/>
          <ac:grpSpMkLst>
            <pc:docMk/>
            <pc:sldMk cId="109483875" sldId="266"/>
            <ac:grpSpMk id="23" creationId="{29F0BDB1-4E78-95D7-423D-4D569A378FF4}"/>
          </ac:grpSpMkLst>
        </pc:grpChg>
        <pc:picChg chg="mod">
          <ac:chgData name="Kenshi Masaoka" userId="9c23bae6d7682b31" providerId="LiveId" clId="{37AEB7CE-9187-44E6-B52B-77A7DD0AA6F8}" dt="2026-01-16T01:22:14.112" v="308" actId="14100"/>
          <ac:picMkLst>
            <pc:docMk/>
            <pc:sldMk cId="109483875" sldId="266"/>
            <ac:picMk id="3" creationId="{2A7A648A-666C-4FBE-959C-DB78D9C7C2ED}"/>
          </ac:picMkLst>
        </pc:picChg>
        <pc:picChg chg="mod">
          <ac:chgData name="Kenshi Masaoka" userId="9c23bae6d7682b31" providerId="LiveId" clId="{37AEB7CE-9187-44E6-B52B-77A7DD0AA6F8}" dt="2026-01-16T01:22:14.112" v="308" actId="14100"/>
          <ac:picMkLst>
            <pc:docMk/>
            <pc:sldMk cId="109483875" sldId="266"/>
            <ac:picMk id="5" creationId="{274E42F4-17F0-164C-39D5-FF4D74EF554F}"/>
          </ac:picMkLst>
        </pc:picChg>
        <pc:picChg chg="add mod">
          <ac:chgData name="Kenshi Masaoka" userId="9c23bae6d7682b31" providerId="LiveId" clId="{37AEB7CE-9187-44E6-B52B-77A7DD0AA6F8}" dt="2026-01-16T01:24:12.038" v="327" actId="164"/>
          <ac:picMkLst>
            <pc:docMk/>
            <pc:sldMk cId="109483875" sldId="266"/>
            <ac:picMk id="19" creationId="{B5BD5120-EC77-7906-0EFB-E849FFCA3D5C}"/>
          </ac:picMkLst>
        </pc:picChg>
        <pc:cxnChg chg="add">
          <ac:chgData name="Kenshi Masaoka" userId="9c23bae6d7682b31" providerId="LiveId" clId="{37AEB7CE-9187-44E6-B52B-77A7DD0AA6F8}" dt="2026-01-16T01:25:31.949" v="340" actId="26606"/>
          <ac:cxnSpMkLst>
            <pc:docMk/>
            <pc:sldMk cId="109483875" sldId="266"/>
            <ac:cxnSpMk id="32" creationId="{8C730EAB-A532-4295-A302-FB4B90DB9F5E}"/>
          </ac:cxnSpMkLst>
        </pc:cxnChg>
      </pc:sldChg>
      <pc:sldChg chg="addSp delSp modSp new mod setBg">
        <pc:chgData name="Kenshi Masaoka" userId="9c23bae6d7682b31" providerId="LiveId" clId="{37AEB7CE-9187-44E6-B52B-77A7DD0AA6F8}" dt="2026-01-16T04:14:14.265" v="866" actId="20577"/>
        <pc:sldMkLst>
          <pc:docMk/>
          <pc:sldMk cId="3620226719" sldId="267"/>
        </pc:sldMkLst>
        <pc:spChg chg="add mod">
          <ac:chgData name="Kenshi Masaoka" userId="9c23bae6d7682b31" providerId="LiveId" clId="{37AEB7CE-9187-44E6-B52B-77A7DD0AA6F8}" dt="2026-01-16T01:17:43.706" v="291" actId="1076"/>
          <ac:spMkLst>
            <pc:docMk/>
            <pc:sldMk cId="3620226719" sldId="267"/>
            <ac:spMk id="3" creationId="{89488F3B-553C-0D33-8AA4-F8CE8F02D852}"/>
          </ac:spMkLst>
        </pc:spChg>
        <pc:spChg chg="add">
          <ac:chgData name="Kenshi Masaoka" userId="9c23bae6d7682b31" providerId="LiveId" clId="{37AEB7CE-9187-44E6-B52B-77A7DD0AA6F8}" dt="2026-01-16T01:10:07.161" v="212" actId="26606"/>
          <ac:spMkLst>
            <pc:docMk/>
            <pc:sldMk cId="3620226719" sldId="267"/>
            <ac:spMk id="46" creationId="{22F15A2D-2324-487D-A02A-BF46C5C580EB}"/>
          </ac:spMkLst>
        </pc:spChg>
        <pc:spChg chg="add">
          <ac:chgData name="Kenshi Masaoka" userId="9c23bae6d7682b31" providerId="LiveId" clId="{37AEB7CE-9187-44E6-B52B-77A7DD0AA6F8}" dt="2026-01-16T01:10:07.161" v="212" actId="26606"/>
          <ac:spMkLst>
            <pc:docMk/>
            <pc:sldMk cId="3620226719" sldId="267"/>
            <ac:spMk id="47" creationId="{2AEAFA59-923A-4F54-8B49-44C970BCC323}"/>
          </ac:spMkLst>
        </pc:spChg>
        <pc:spChg chg="add">
          <ac:chgData name="Kenshi Masaoka" userId="9c23bae6d7682b31" providerId="LiveId" clId="{37AEB7CE-9187-44E6-B52B-77A7DD0AA6F8}" dt="2026-01-16T01:10:07.161" v="212" actId="26606"/>
          <ac:spMkLst>
            <pc:docMk/>
            <pc:sldMk cId="3620226719" sldId="267"/>
            <ac:spMk id="48" creationId="{C37E9D4B-7BFA-4D10-B666-547BAC499469}"/>
          </ac:spMkLst>
        </pc:spChg>
        <pc:graphicFrameChg chg="add mod modGraphic">
          <ac:chgData name="Kenshi Masaoka" userId="9c23bae6d7682b31" providerId="LiveId" clId="{37AEB7CE-9187-44E6-B52B-77A7DD0AA6F8}" dt="2026-01-16T04:14:14.265" v="866" actId="20577"/>
          <ac:graphicFrameMkLst>
            <pc:docMk/>
            <pc:sldMk cId="3620226719" sldId="267"/>
            <ac:graphicFrameMk id="2" creationId="{54199356-B9F0-CD04-F7C5-4C2FBEEA2E9D}"/>
          </ac:graphicFrameMkLst>
        </pc:graphicFrameChg>
        <pc:picChg chg="add mod">
          <ac:chgData name="Kenshi Masaoka" userId="9c23bae6d7682b31" providerId="LiveId" clId="{37AEB7CE-9187-44E6-B52B-77A7DD0AA6F8}" dt="2026-01-16T01:18:13.065" v="298" actId="1076"/>
          <ac:picMkLst>
            <pc:docMk/>
            <pc:sldMk cId="3620226719" sldId="267"/>
            <ac:picMk id="4" creationId="{211F5CF5-742F-1A07-2E9C-DF6FA6AFD9E9}"/>
          </ac:picMkLst>
        </pc:picChg>
        <pc:picChg chg="add mod">
          <ac:chgData name="Kenshi Masaoka" userId="9c23bae6d7682b31" providerId="LiveId" clId="{37AEB7CE-9187-44E6-B52B-77A7DD0AA6F8}" dt="2026-01-16T01:15:56.863" v="278" actId="1076"/>
          <ac:picMkLst>
            <pc:docMk/>
            <pc:sldMk cId="3620226719" sldId="267"/>
            <ac:picMk id="5" creationId="{A829A64B-80B3-13C4-5DEC-68BF4E268CC1}"/>
          </ac:picMkLst>
        </pc:picChg>
        <pc:picChg chg="add mod">
          <ac:chgData name="Kenshi Masaoka" userId="9c23bae6d7682b31" providerId="LiveId" clId="{37AEB7CE-9187-44E6-B52B-77A7DD0AA6F8}" dt="2026-01-16T01:16:24.533" v="283" actId="1076"/>
          <ac:picMkLst>
            <pc:docMk/>
            <pc:sldMk cId="3620226719" sldId="267"/>
            <ac:picMk id="6" creationId="{7B6568A3-DFE9-0E6B-44F3-026436B07C61}"/>
          </ac:picMkLst>
        </pc:picChg>
        <pc:picChg chg="add mod">
          <ac:chgData name="Kenshi Masaoka" userId="9c23bae6d7682b31" providerId="LiveId" clId="{37AEB7CE-9187-44E6-B52B-77A7DD0AA6F8}" dt="2026-01-16T01:15:36.459" v="273" actId="1076"/>
          <ac:picMkLst>
            <pc:docMk/>
            <pc:sldMk cId="3620226719" sldId="267"/>
            <ac:picMk id="10" creationId="{4B17D397-D23F-B7D0-C804-3F5025DC910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AA835D-87FE-64F6-EB1E-17C99CF3D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EFE69D-C754-CFDF-38A4-BCE185935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7756CF-5429-907E-0A3C-AF359624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F920D2-A29E-4A1D-5536-CA799F61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651B5D-341B-7E7A-0740-225773ED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2828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CB2078-8B46-53C5-FC45-C13D46DC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BD4B09-9B20-F322-1589-980801CE2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F0DAAC-90CC-71F8-6C3A-52D7790E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D08E67-D93C-CD60-AB04-9F2C637B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4AEE2C-6932-E689-9D84-411E2985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32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C3605B-F8D3-337D-C5DB-347ECD12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311FCD-AAE1-29C3-4277-8F5A2DF00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2E8C3A-FB47-20E7-B04F-6C6378E6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F96E53-218B-A791-7FA6-1ED60327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B0E4CA-9E5E-A631-577B-F2E45EBB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5C587-98DD-02E6-5411-2B85FBBC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141717-8558-9F39-CAE9-232792F82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0D36D9-6549-C4CB-1BC4-0F1DF3989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E93058-6CE0-B16E-7D9B-5F951200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11BDF0-26B6-B7D4-F188-58272F43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F29365-A7BC-F8F0-94A6-CAC836BC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700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B3324B-7874-77E7-CF86-1481D46B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E3AD87-6E3D-92F1-B5B6-72443A384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5F5F8B-A0F4-A289-F4BB-3D6CF1DD5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D77077E-18ED-6FCE-D556-7EEE0034E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A8F3331-B1C0-1825-2156-E5E1C3A3B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6C4942B-C293-235D-0893-28BC5DB8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F2D73DF-BFA5-48DA-2AF5-8315BC8A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2FC0D0-4053-A3B1-0C4D-6F396A48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47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88857-146D-F5E9-4BDB-1FDC3425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529201A-4884-BE86-A6FD-6E4CF38B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A51E93-0C1B-B1A0-AB14-397D493A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B4332AE-095A-ACD5-CA03-B086BC5C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563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12CE35B-1B66-35FF-E8F7-D1092A92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41224E-52C0-6DD9-8596-75BD29F1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BFB910-F781-64DD-C2AF-9AEA64D8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47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29CAA2-95AA-240A-4AB8-6192D076D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9C099E-9E21-EC58-FB3A-624E29B4D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D894BC-4A37-544E-DDB0-F849FB7A3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4E4733-8A10-603D-38DE-C88A8170F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A6480A-DE53-0C94-2152-FAC091BB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B47358-7A09-6E96-F0FD-F8F8B97D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496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9CFF5D-3958-CCCE-158C-E39DBA5CF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8D8BD31-D2BF-E2FD-F7E9-37ACB92B4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A6C1F5-020F-91EA-1DD0-5134A52D9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37A906-B4F4-8B58-9E97-A048A4EE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4625BA-F543-4520-559B-B2CBD360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A77E29-E9A6-C30D-AEC8-51CD8E1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54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9016FB-8646-AA5C-1682-C06CEB26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1E0E20-58E2-EFA9-AA61-9EB251BB8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82A63B-698F-438F-4748-FC102D4C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C6EA2C-7B87-4C36-7C40-0ADAD069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84A8A3-7CC3-1718-CACF-7B6C2B1F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61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5DEE21-60C6-8D3C-B2C3-F2ACFC498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EACE7F-FF61-CF37-5BF8-F75D6DB31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C1EFC4-D531-496B-3645-87A78B14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BEFA90-FF73-9486-82AD-254C9577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8E2157-FD39-F1AD-0BC1-5946FFCA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68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2542EC-FE4B-7796-614D-1CC211F8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A36EF6-64CA-BC0D-F2A9-9E8B2A696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881FF3-AA93-9A8C-8B0C-1842D7AC5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8F63A-79B6-45B8-9C62-1BB57C660AE6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A6209A-44BB-221B-CF60-8B171781E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6D44E5-767F-EA00-D507-B78FE7CF5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73FA6-FDE8-4FD7-A396-9041BF757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65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1433260-80A9-512E-B253-AA75783E5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ja-JP" sz="6100" b="1" dirty="0"/>
              <a:t>Game-</a:t>
            </a:r>
            <a:r>
              <a:rPr lang="en-US" altLang="ja-JP" sz="6100" b="1" dirty="0" err="1"/>
              <a:t>Shiru</a:t>
            </a:r>
            <a:r>
              <a:rPr lang="en-US" altLang="ja-JP" sz="6100" b="1" dirty="0"/>
              <a:t>(</a:t>
            </a:r>
            <a:r>
              <a:rPr lang="ja-JP" altLang="en-US" sz="6100" b="1" dirty="0"/>
              <a:t>ゲムしる</a:t>
            </a:r>
            <a:r>
              <a:rPr lang="en-US" altLang="ja-JP" sz="6100" b="1" dirty="0"/>
              <a:t>)</a:t>
            </a:r>
            <a:endParaRPr kumimoji="1" lang="ja-JP" altLang="en-US" sz="61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AC133F-7DC6-B18F-6803-04CF72D07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0" y="3405446"/>
            <a:ext cx="8074815" cy="23318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dirty="0"/>
              <a:t>伊比悠幹</a:t>
            </a:r>
            <a:r>
              <a:rPr lang="en-US" altLang="ja-JP" dirty="0"/>
              <a:t>2442009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dirty="0"/>
              <a:t>出島由基</a:t>
            </a:r>
            <a:r>
              <a:rPr lang="en-US" altLang="ja-JP" dirty="0"/>
              <a:t>2442058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dirty="0"/>
              <a:t>笹川悠互</a:t>
            </a:r>
            <a:r>
              <a:rPr lang="en-US" altLang="ja-JP" dirty="0"/>
              <a:t>2442036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dirty="0"/>
              <a:t>シンジハオ</a:t>
            </a:r>
            <a:r>
              <a:rPr lang="en-US" altLang="ja-JP" dirty="0"/>
              <a:t>2442041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ja-JP" altLang="en-US" dirty="0"/>
              <a:t>正岡拳士</a:t>
            </a:r>
            <a:r>
              <a:rPr lang="en-US" altLang="ja-JP" dirty="0"/>
              <a:t>2442079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888B69-2E83-CDC6-7DC5-966A8C207D5B}"/>
              </a:ext>
            </a:extLst>
          </p:cNvPr>
          <p:cNvSpPr txBox="1"/>
          <p:nvPr/>
        </p:nvSpPr>
        <p:spPr>
          <a:xfrm>
            <a:off x="1285240" y="2265278"/>
            <a:ext cx="8074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Game Recommendation System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03672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6E7377-60C9-D5C8-A3B2-E535F0B46148}"/>
              </a:ext>
            </a:extLst>
          </p:cNvPr>
          <p:cNvSpPr txBox="1"/>
          <p:nvPr/>
        </p:nvSpPr>
        <p:spPr>
          <a:xfrm>
            <a:off x="1247904" y="855650"/>
            <a:ext cx="9231410" cy="43169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6000" b="1" u="sng" kern="1200" dirty="0">
                <a:solidFill>
                  <a:schemeClr val="tx1"/>
                </a:solidFill>
                <a:highlight>
                  <a:srgbClr val="C0C0C0"/>
                </a:highlight>
                <a:latin typeface="+mj-lt"/>
                <a:ea typeface="+mj-ea"/>
                <a:cs typeface="+mj-cs"/>
              </a:rPr>
              <a:t>自分に合うゲームを教えてくれるアプリ</a:t>
            </a:r>
            <a:endParaRPr lang="en-US" altLang="ja-JP" sz="6000" b="1" u="sng" kern="1200" dirty="0">
              <a:solidFill>
                <a:schemeClr val="tx1"/>
              </a:solidFill>
              <a:highlight>
                <a:srgbClr val="C0C0C0"/>
              </a:highlight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ja-JP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ゲーム推薦アプリケーション　</a:t>
            </a:r>
            <a:r>
              <a:rPr lang="en-US" altLang="ja-JP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Game-</a:t>
            </a:r>
            <a:r>
              <a:rPr lang="en-US" altLang="ja-JP" sz="4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Shiru</a:t>
            </a:r>
            <a:r>
              <a:rPr lang="en-US" altLang="ja-JP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lang="ja-JP" altLang="en-US" sz="4600" b="1" dirty="0">
                <a:latin typeface="+mj-lt"/>
                <a:ea typeface="+mj-ea"/>
                <a:cs typeface="+mj-cs"/>
              </a:rPr>
              <a:t>ゲムしる</a:t>
            </a:r>
            <a:r>
              <a:rPr lang="en-US" altLang="ja-JP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591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6763599-8CB5-B9D3-BF58-45E53033E87D}"/>
              </a:ext>
            </a:extLst>
          </p:cNvPr>
          <p:cNvSpPr txBox="1"/>
          <p:nvPr/>
        </p:nvSpPr>
        <p:spPr>
          <a:xfrm>
            <a:off x="1237113" y="864329"/>
            <a:ext cx="8074815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7200" u="sng" dirty="0"/>
              <a:t>アプリ概要</a:t>
            </a:r>
            <a:endParaRPr kumimoji="0" lang="en-US" altLang="ja-JP" sz="7200" u="sng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3E6E56-1A45-0857-1C9C-11E272C4C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30" y="2030683"/>
            <a:ext cx="10985264" cy="39629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ja-JP" sz="39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b="1" i="0" u="none" strike="noStrike" cap="none" normalizeH="0" baseline="0" dirty="0">
                <a:ln>
                  <a:noFill/>
                </a:ln>
                <a:effectLst/>
              </a:rPr>
              <a:t>目的：</a:t>
            </a:r>
            <a:r>
              <a:rPr kumimoji="0" lang="ja-JP" altLang="en-US" sz="3900" i="0" u="none" strike="noStrike" cap="none" normalizeH="0" baseline="0" dirty="0">
                <a:ln>
                  <a:noFill/>
                </a:ln>
                <a:effectLst/>
              </a:rPr>
              <a:t>好みのゲームを見つける</a:t>
            </a:r>
            <a:endParaRPr kumimoji="0" lang="en-US" altLang="ja-JP" sz="390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b="1" i="0" u="none" strike="noStrike" cap="none" normalizeH="0" baseline="0" dirty="0">
                <a:ln>
                  <a:noFill/>
                </a:ln>
                <a:effectLst/>
              </a:rPr>
              <a:t>データベース</a:t>
            </a:r>
            <a:r>
              <a:rPr kumimoji="0" lang="ja-JP" altLang="en-US" sz="3900" i="0" u="none" strike="noStrike" cap="none" normalizeH="0" baseline="0" dirty="0">
                <a:ln>
                  <a:noFill/>
                </a:ln>
                <a:effectLst/>
              </a:rPr>
              <a:t>：</a:t>
            </a:r>
            <a:r>
              <a:rPr kumimoji="0" lang="en-US" altLang="ja-JP" sz="3900" i="0" u="none" strike="noStrike" cap="none" normalizeH="0" baseline="0" dirty="0">
                <a:ln>
                  <a:noFill/>
                </a:ln>
                <a:effectLst/>
              </a:rPr>
              <a:t>100</a:t>
            </a:r>
            <a:r>
              <a:rPr kumimoji="0" lang="ja-JP" altLang="en-US" sz="3900" dirty="0"/>
              <a:t>個</a:t>
            </a:r>
            <a:r>
              <a:rPr kumimoji="0" lang="ja-JP" altLang="en-US" sz="3900" i="0" u="none" strike="noStrike" cap="none" normalizeH="0" baseline="0" dirty="0">
                <a:ln>
                  <a:noFill/>
                </a:ln>
                <a:effectLst/>
              </a:rPr>
              <a:t>のゲームデータ</a:t>
            </a:r>
            <a:endParaRPr kumimoji="0" lang="en-US" altLang="ja-JP" sz="390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b="1" i="0" u="none" strike="noStrike" cap="none" normalizeH="0" baseline="0" dirty="0">
                <a:ln>
                  <a:noFill/>
                </a:ln>
                <a:effectLst/>
              </a:rPr>
              <a:t>機能：</a:t>
            </a:r>
            <a:endParaRPr kumimoji="0" lang="en-US" altLang="ja-JP" sz="39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i="0" u="none" strike="noStrike" cap="none" normalizeH="0" baseline="0" dirty="0">
                <a:ln>
                  <a:noFill/>
                </a:ln>
                <a:effectLst/>
              </a:rPr>
              <a:t>・タグ検索</a:t>
            </a:r>
            <a:r>
              <a:rPr kumimoji="0" lang="en-US" altLang="ja-JP" sz="3900" b="1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ja-JP" altLang="en-US" sz="3900" i="0" strike="noStrike" cap="none" normalizeH="0" baseline="0" dirty="0">
                <a:ln>
                  <a:noFill/>
                </a:ln>
                <a:effectLst/>
              </a:rPr>
              <a:t>ジャンル</a:t>
            </a:r>
            <a:r>
              <a:rPr kumimoji="0" lang="en-US" altLang="ja-JP" sz="3900" dirty="0"/>
              <a:t>, </a:t>
            </a:r>
            <a:r>
              <a:rPr kumimoji="0" lang="ja-JP" altLang="en-US" sz="3900" strike="noStrike" cap="none" normalizeH="0" baseline="0" dirty="0">
                <a:ln>
                  <a:noFill/>
                </a:ln>
                <a:effectLst/>
              </a:rPr>
              <a:t>プ</a:t>
            </a:r>
            <a:r>
              <a:rPr kumimoji="0" lang="ja-JP" altLang="en-US" sz="3900" i="0" strike="noStrike" cap="none" normalizeH="0" baseline="0" dirty="0">
                <a:ln>
                  <a:noFill/>
                </a:ln>
                <a:effectLst/>
              </a:rPr>
              <a:t>レイスタイル</a:t>
            </a:r>
            <a:r>
              <a:rPr kumimoji="0" lang="en-US" altLang="ja-JP" sz="3900" i="0" strike="noStrike" cap="none" normalizeH="0" baseline="0" dirty="0">
                <a:ln>
                  <a:noFill/>
                </a:ln>
                <a:effectLst/>
              </a:rPr>
              <a:t>,</a:t>
            </a:r>
            <a:r>
              <a:rPr kumimoji="0" lang="ja-JP" altLang="en-US" sz="3900" i="0" strike="noStrike" cap="none" normalizeH="0" baseline="0" dirty="0">
                <a:ln>
                  <a:noFill/>
                </a:ln>
                <a:effectLst/>
              </a:rPr>
              <a:t> プラットフォーム</a:t>
            </a:r>
            <a:endParaRPr kumimoji="0" lang="en-US" altLang="ja-JP" sz="3900" i="0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ja-JP" sz="3900" i="0" strike="noStrike" cap="none" normalizeH="0" baseline="0" dirty="0">
                <a:ln>
                  <a:noFill/>
                </a:ln>
                <a:effectLst/>
              </a:rPr>
              <a:t>,</a:t>
            </a:r>
            <a:r>
              <a:rPr kumimoji="0" lang="ja-JP" altLang="en-US" sz="3900" i="0" strike="noStrike" cap="none" normalizeH="0" baseline="0" dirty="0">
                <a:ln>
                  <a:noFill/>
                </a:ln>
                <a:effectLst/>
              </a:rPr>
              <a:t> 国</a:t>
            </a:r>
            <a:r>
              <a:rPr kumimoji="0" lang="en-US" altLang="ja-JP" sz="3900" i="0" strike="noStrike" cap="none" normalizeH="0" baseline="0" dirty="0">
                <a:ln>
                  <a:noFill/>
                </a:ln>
                <a:effectLst/>
              </a:rPr>
              <a:t>)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dirty="0"/>
              <a:t>・リリース日順ソート</a:t>
            </a:r>
            <a:endParaRPr kumimoji="0" lang="en-US" altLang="ja-JP" sz="3900" dirty="0"/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ja-JP" altLang="en-US" sz="3900" dirty="0"/>
              <a:t>・</a:t>
            </a:r>
            <a:r>
              <a:rPr kumimoji="0" lang="en-US" altLang="ja-JP" sz="3900" dirty="0"/>
              <a:t>CRUD</a:t>
            </a:r>
            <a:r>
              <a:rPr kumimoji="0" lang="ja-JP" altLang="en-US" sz="3900" dirty="0"/>
              <a:t>操作</a:t>
            </a:r>
            <a:r>
              <a:rPr kumimoji="0" lang="en-US" altLang="ja-JP" sz="3900" dirty="0"/>
              <a:t>(</a:t>
            </a:r>
            <a:r>
              <a:rPr kumimoji="0" lang="ja-JP" altLang="en-US" sz="3900" dirty="0"/>
              <a:t>作成、読み取り、更新、削除</a:t>
            </a:r>
            <a:r>
              <a:rPr kumimoji="0" lang="en-US" altLang="ja-JP" sz="3900" dirty="0"/>
              <a:t>)</a:t>
            </a:r>
            <a:endParaRPr kumimoji="0" lang="en-US" altLang="ja-JP" sz="39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ja-JP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6618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2C321D69-3981-1EC0-5C8A-09A357E753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959791E-02C3-DC80-B8DB-94C876C7E9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C2105011-A880-CACA-2040-7A335D00E8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6B4F37C0-B9B0-456F-C5A7-F5A0A42560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9F0BDB1-4E78-95D7-423D-4D569A378FF4}"/>
              </a:ext>
            </a:extLst>
          </p:cNvPr>
          <p:cNvGrpSpPr/>
          <p:nvPr/>
        </p:nvGrpSpPr>
        <p:grpSpPr>
          <a:xfrm>
            <a:off x="643467" y="1201870"/>
            <a:ext cx="5294716" cy="4454258"/>
            <a:chOff x="6294807" y="1316855"/>
            <a:chExt cx="5758543" cy="4844459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A395D4A8-4861-D096-48A0-D9829BD4825E}"/>
                </a:ext>
              </a:extLst>
            </p:cNvPr>
            <p:cNvGrpSpPr/>
            <p:nvPr/>
          </p:nvGrpSpPr>
          <p:grpSpPr>
            <a:xfrm>
              <a:off x="6294807" y="2024741"/>
              <a:ext cx="5758543" cy="4136573"/>
              <a:chOff x="6294807" y="2024741"/>
              <a:chExt cx="5758543" cy="4136573"/>
            </a:xfrm>
          </p:grpSpPr>
          <p:pic>
            <p:nvPicPr>
              <p:cNvPr id="8" name="図 7" descr="デスクトップコンピューターのモニター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BAEB15F2-CD7F-75C6-A7A5-1FCA61197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4807" y="2024741"/>
                <a:ext cx="5758543" cy="4136573"/>
              </a:xfrm>
              <a:prstGeom prst="rect">
                <a:avLst/>
              </a:prstGeom>
            </p:spPr>
          </p:pic>
          <p:pic>
            <p:nvPicPr>
              <p:cNvPr id="11" name="図 10" descr="テーブル が含まれている画像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743E08EC-4F89-2E8F-F2A7-25156BED5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23196" y="2360727"/>
                <a:ext cx="5331347" cy="2644837"/>
              </a:xfrm>
              <a:prstGeom prst="rect">
                <a:avLst/>
              </a:prstGeom>
            </p:spPr>
          </p:pic>
        </p:grp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DCFD573-0C81-E399-EE82-AF8743CE6570}"/>
                </a:ext>
              </a:extLst>
            </p:cNvPr>
            <p:cNvSpPr txBox="1"/>
            <p:nvPr/>
          </p:nvSpPr>
          <p:spPr>
            <a:xfrm>
              <a:off x="7156100" y="1316855"/>
              <a:ext cx="4065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32104">
                <a:spcAft>
                  <a:spcPts val="600"/>
                </a:spcAft>
              </a:pPr>
              <a:r>
                <a:rPr kumimoji="1" lang="ja-JP" altLang="en-US" sz="3640" b="1" kern="1200">
                  <a:solidFill>
                    <a:schemeClr val="tx1"/>
                  </a:solidFill>
                  <a:latin typeface="+mn-lt"/>
                  <a:ea typeface="ＭＳ Ｐ明朝" panose="02020600040205080304" pitchFamily="18" charset="-128"/>
                  <a:cs typeface="+mn-cs"/>
                </a:rPr>
                <a:t>ジャンル選択画面</a:t>
              </a:r>
              <a:endParaRPr lang="ja-JP" altLang="en-US" sz="4000" b="1">
                <a:ea typeface="ＭＳ Ｐ明朝" panose="02020600040205080304" pitchFamily="18" charset="-128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D6944DB4-D4F4-E9A8-A520-B8BFC7CAB4EE}"/>
              </a:ext>
            </a:extLst>
          </p:cNvPr>
          <p:cNvGrpSpPr/>
          <p:nvPr/>
        </p:nvGrpSpPr>
        <p:grpSpPr>
          <a:xfrm>
            <a:off x="6253817" y="1201872"/>
            <a:ext cx="5294715" cy="4454260"/>
            <a:chOff x="337457" y="1316855"/>
            <a:chExt cx="5758543" cy="4844459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BFDDA4D-A2A3-39C5-1E51-A22D57566622}"/>
                </a:ext>
              </a:extLst>
            </p:cNvPr>
            <p:cNvSpPr txBox="1"/>
            <p:nvPr/>
          </p:nvSpPr>
          <p:spPr>
            <a:xfrm>
              <a:off x="1779813" y="1316855"/>
              <a:ext cx="28901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32104">
                <a:spcAft>
                  <a:spcPts val="600"/>
                </a:spcAft>
              </a:pPr>
              <a:r>
                <a:rPr kumimoji="1" lang="ja-JP" altLang="en-US" sz="3640" b="1" kern="1200">
                  <a:solidFill>
                    <a:schemeClr val="tx1"/>
                  </a:solidFill>
                  <a:latin typeface="+mn-lt"/>
                  <a:ea typeface="ＭＳ Ｐ明朝" panose="02020600040205080304" pitchFamily="18" charset="-128"/>
                  <a:cs typeface="+mn-cs"/>
                </a:rPr>
                <a:t>メインページ</a:t>
              </a:r>
              <a:endParaRPr kumimoji="1" lang="ja-JP" altLang="en-US" sz="4000" b="1">
                <a:ea typeface="ＭＳ Ｐ明朝" panose="02020600040205080304" pitchFamily="18" charset="-128"/>
              </a:endParaRPr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E63E9532-E790-4C19-CBE7-C68ADD6E87B2}"/>
                </a:ext>
              </a:extLst>
            </p:cNvPr>
            <p:cNvGrpSpPr/>
            <p:nvPr/>
          </p:nvGrpSpPr>
          <p:grpSpPr>
            <a:xfrm>
              <a:off x="337457" y="2024741"/>
              <a:ext cx="5758543" cy="4136573"/>
              <a:chOff x="337457" y="2024741"/>
              <a:chExt cx="5758543" cy="4136573"/>
            </a:xfrm>
          </p:grpSpPr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EE91F422-0962-FB71-883E-572CDF756F2B}"/>
                  </a:ext>
                </a:extLst>
              </p:cNvPr>
              <p:cNvGrpSpPr/>
              <p:nvPr/>
            </p:nvGrpSpPr>
            <p:grpSpPr>
              <a:xfrm>
                <a:off x="337457" y="2024741"/>
                <a:ext cx="5758543" cy="4136573"/>
                <a:chOff x="1524000" y="0"/>
                <a:chExt cx="9144000" cy="6858000"/>
              </a:xfrm>
            </p:grpSpPr>
            <p:pic>
              <p:nvPicPr>
                <p:cNvPr id="3" name="図 2" descr="デスクトップコンピューターのモニター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2A7A648A-666C-4FBE-959C-DB78D9C7C2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4000" y="0"/>
                  <a:ext cx="9144000" cy="6858000"/>
                </a:xfrm>
                <a:prstGeom prst="rect">
                  <a:avLst/>
                </a:prstGeom>
              </p:spPr>
            </p:pic>
            <p:pic>
              <p:nvPicPr>
                <p:cNvPr id="5" name="図 4" descr="グラフィカル ユーザー インターフェイス, アプリケーション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274E42F4-17F0-164C-39D5-FF4D74EF55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39686" y="609601"/>
                  <a:ext cx="8583385" cy="4279720"/>
                </a:xfrm>
                <a:prstGeom prst="rect">
                  <a:avLst/>
                </a:prstGeom>
              </p:spPr>
            </p:pic>
          </p:grpSp>
          <p:pic>
            <p:nvPicPr>
              <p:cNvPr id="19" name="図 18" descr="グラフィカル ユーザー インターフェイス, アプリケーション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B5BD5120-EC77-7906-0EFB-E849FFCA3D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7828" y="2317610"/>
                <a:ext cx="5362776" cy="273107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483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0B05BB-3757-F196-3AAA-72BCE0B3C993}"/>
              </a:ext>
            </a:extLst>
          </p:cNvPr>
          <p:cNvSpPr txBox="1"/>
          <p:nvPr/>
        </p:nvSpPr>
        <p:spPr>
          <a:xfrm>
            <a:off x="1363531" y="0"/>
            <a:ext cx="1841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ペルソナ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EDEE12-CED6-7F9D-32AB-3D6A036D1CB4}"/>
              </a:ext>
            </a:extLst>
          </p:cNvPr>
          <p:cNvSpPr txBox="1"/>
          <p:nvPr/>
        </p:nvSpPr>
        <p:spPr>
          <a:xfrm>
            <a:off x="636758" y="3309209"/>
            <a:ext cx="44004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名前：木村 吉衛門</a:t>
            </a:r>
            <a:endParaRPr kumimoji="1" lang="en-US" altLang="ja-JP" sz="2400" dirty="0"/>
          </a:p>
          <a:p>
            <a:r>
              <a:rPr lang="ja-JP" altLang="en-US" sz="2400" dirty="0"/>
              <a:t>年齢：</a:t>
            </a:r>
            <a:r>
              <a:rPr lang="en-US" altLang="ja-JP" sz="2400" dirty="0"/>
              <a:t>28</a:t>
            </a:r>
          </a:p>
          <a:p>
            <a:r>
              <a:rPr kumimoji="1" lang="ja-JP" altLang="en-US" sz="2400" dirty="0"/>
              <a:t>職業：家電屋勤務</a:t>
            </a:r>
            <a:endParaRPr lang="en-US" altLang="ja-JP" sz="2400" dirty="0"/>
          </a:p>
          <a:p>
            <a:r>
              <a:rPr kumimoji="1" lang="ja-JP" altLang="en-US" sz="2400" dirty="0"/>
              <a:t>年収：</a:t>
            </a:r>
            <a:r>
              <a:rPr kumimoji="1" lang="en-US" altLang="ja-JP" sz="2400" dirty="0"/>
              <a:t>340</a:t>
            </a:r>
            <a:r>
              <a:rPr kumimoji="1" lang="ja-JP" altLang="en-US" sz="2400" dirty="0"/>
              <a:t>万</a:t>
            </a:r>
            <a:endParaRPr kumimoji="1" lang="en-US" altLang="ja-JP" sz="2400" dirty="0"/>
          </a:p>
          <a:p>
            <a:r>
              <a:rPr lang="ja-JP" altLang="en-US" sz="2400" dirty="0"/>
              <a:t>居住地：東京都世田谷区</a:t>
            </a:r>
            <a:endParaRPr lang="en-US" altLang="ja-JP" sz="2400" dirty="0"/>
          </a:p>
          <a:p>
            <a:r>
              <a:rPr lang="ja-JP" altLang="en-US" sz="2400" dirty="0"/>
              <a:t>未既婚等：未婚・一人暮らし</a:t>
            </a:r>
            <a:endParaRPr lang="en-US" altLang="ja-JP" sz="2400" dirty="0"/>
          </a:p>
          <a:p>
            <a:r>
              <a:rPr lang="ja-JP" altLang="en-US" sz="2400" dirty="0"/>
              <a:t>最終学歴：東京都市大学</a:t>
            </a:r>
            <a:endParaRPr lang="en-US" altLang="ja-JP" sz="2400" dirty="0"/>
          </a:p>
          <a:p>
            <a:r>
              <a:rPr lang="ja-JP" altLang="en-US" sz="2400" dirty="0"/>
              <a:t>趣味：アニメ、少しゲーム</a:t>
            </a:r>
            <a:endParaRPr lang="en-US" altLang="ja-JP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DCECF1-10A4-4752-7870-CD532C091FC2}"/>
              </a:ext>
            </a:extLst>
          </p:cNvPr>
          <p:cNvSpPr txBox="1"/>
          <p:nvPr/>
        </p:nvSpPr>
        <p:spPr>
          <a:xfrm>
            <a:off x="5037255" y="685696"/>
            <a:ext cx="615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自分に合うゲームを探したい</a:t>
            </a:r>
            <a:endParaRPr lang="en-US" altLang="ja-JP" sz="3600" b="1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8B19C32-E85F-E6B7-D7DA-8EFA5771E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74" y="464874"/>
            <a:ext cx="2932580" cy="276789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D76F30-A5B2-0E25-3BD6-1632AAB2FD00}"/>
              </a:ext>
            </a:extLst>
          </p:cNvPr>
          <p:cNvSpPr txBox="1"/>
          <p:nvPr/>
        </p:nvSpPr>
        <p:spPr>
          <a:xfrm>
            <a:off x="5174731" y="1560200"/>
            <a:ext cx="638051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u="sng" dirty="0"/>
              <a:t>価値観</a:t>
            </a:r>
            <a:endParaRPr kumimoji="1" lang="en-US" altLang="ja-JP" sz="2400" b="1" u="sng" dirty="0"/>
          </a:p>
          <a:p>
            <a:r>
              <a:rPr lang="ja-JP" altLang="en-US" sz="2400" dirty="0"/>
              <a:t>失敗（時間やお金の無駄）を嫌う。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u="sng" dirty="0"/>
              <a:t>ゲームをする動機</a:t>
            </a:r>
            <a:endParaRPr lang="en-US" altLang="ja-JP" sz="2400" b="1" u="sn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dirty="0">
                <a:latin typeface="Arial" panose="020B0604020202020204" pitchFamily="34" charset="0"/>
              </a:rPr>
              <a:t>話題作を遊ぶことで、友人やSNSでの共通の話題を持ちたい</a:t>
            </a:r>
            <a:r>
              <a:rPr kumimoji="0" lang="ja-JP" altLang="en-US" sz="2400" dirty="0">
                <a:latin typeface="Arial" panose="020B0604020202020204" pitchFamily="34" charset="0"/>
              </a:rPr>
              <a:t>。</a:t>
            </a:r>
            <a:r>
              <a:rPr kumimoji="0" lang="ja-JP" altLang="ja-JP" sz="2400" dirty="0">
                <a:latin typeface="Arial" panose="020B0604020202020204" pitchFamily="34" charset="0"/>
              </a:rPr>
              <a:t>ただし、「合わないゲームを選んでしまうとすぐにやめてしまう」という失敗経験がある</a:t>
            </a:r>
            <a:r>
              <a:rPr kumimoji="0" lang="ja-JP" altLang="en-US" sz="2400" dirty="0">
                <a:latin typeface="Arial" panose="020B0604020202020204" pitchFamily="34" charset="0"/>
              </a:rPr>
              <a:t>。</a:t>
            </a:r>
            <a:endParaRPr kumimoji="0" lang="en-US" altLang="ja-JP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ja-JP" sz="2400" b="1" dirty="0">
              <a:latin typeface="Arial" panose="020B0604020202020204" pitchFamily="34" charset="0"/>
            </a:endParaRPr>
          </a:p>
          <a:p>
            <a:r>
              <a:rPr lang="ja-JP" altLang="en-US" sz="2400" b="1" u="sng" dirty="0"/>
              <a:t>ゲームに求めること</a:t>
            </a:r>
          </a:p>
          <a:p>
            <a:r>
              <a:rPr lang="ja-JP" altLang="en-US" sz="2400" dirty="0"/>
              <a:t>自分の好みに合っていること。人気がある・評価が高いこと。ジャンル・年代・ハードを絞って効率よく探せること。</a:t>
            </a:r>
            <a:endParaRPr kumimoji="0" lang="ja-JP" altLang="ja-JP" sz="2400" dirty="0">
              <a:latin typeface="Arial" panose="020B0604020202020204" pitchFamily="34" charset="0"/>
            </a:endParaRPr>
          </a:p>
          <a:p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896EEBF-80C3-D4DA-5904-5C6C5AB65F2A}"/>
              </a:ext>
            </a:extLst>
          </p:cNvPr>
          <p:cNvSpPr/>
          <p:nvPr/>
        </p:nvSpPr>
        <p:spPr>
          <a:xfrm>
            <a:off x="561336" y="3368550"/>
            <a:ext cx="150843" cy="292830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F5841C6-26E0-23E9-B979-5620E3F15217}"/>
              </a:ext>
            </a:extLst>
          </p:cNvPr>
          <p:cNvSpPr/>
          <p:nvPr/>
        </p:nvSpPr>
        <p:spPr>
          <a:xfrm>
            <a:off x="5138320" y="696461"/>
            <a:ext cx="5954794" cy="56911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31119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5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Triangle 37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39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54199356-B9F0-CD04-F7C5-4C2FBEEA2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692367"/>
              </p:ext>
            </p:extLst>
          </p:nvPr>
        </p:nvGraphicFramePr>
        <p:xfrm>
          <a:off x="874247" y="1314074"/>
          <a:ext cx="10440106" cy="46328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1863">
                  <a:extLst>
                    <a:ext uri="{9D8B030D-6E8A-4147-A177-3AD203B41FA5}">
                      <a16:colId xmlns:a16="http://schemas.microsoft.com/office/drawing/2014/main" val="4169442785"/>
                    </a:ext>
                  </a:extLst>
                </a:gridCol>
                <a:gridCol w="2369585">
                  <a:extLst>
                    <a:ext uri="{9D8B030D-6E8A-4147-A177-3AD203B41FA5}">
                      <a16:colId xmlns:a16="http://schemas.microsoft.com/office/drawing/2014/main" val="149999220"/>
                    </a:ext>
                  </a:extLst>
                </a:gridCol>
                <a:gridCol w="2324350">
                  <a:extLst>
                    <a:ext uri="{9D8B030D-6E8A-4147-A177-3AD203B41FA5}">
                      <a16:colId xmlns:a16="http://schemas.microsoft.com/office/drawing/2014/main" val="469688059"/>
                    </a:ext>
                  </a:extLst>
                </a:gridCol>
                <a:gridCol w="2066124">
                  <a:extLst>
                    <a:ext uri="{9D8B030D-6E8A-4147-A177-3AD203B41FA5}">
                      <a16:colId xmlns:a16="http://schemas.microsoft.com/office/drawing/2014/main" val="1658378334"/>
                    </a:ext>
                  </a:extLst>
                </a:gridCol>
                <a:gridCol w="2818184">
                  <a:extLst>
                    <a:ext uri="{9D8B030D-6E8A-4147-A177-3AD203B41FA5}">
                      <a16:colId xmlns:a16="http://schemas.microsoft.com/office/drawing/2014/main" val="1820060432"/>
                    </a:ext>
                  </a:extLst>
                </a:gridCol>
              </a:tblGrid>
              <a:tr h="44033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フェーズ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① 課題認識・検索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② アプリ導入・検索</a:t>
                      </a:r>
                      <a:endParaRPr lang="ja-JP" altLang="en-US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③ 選定・購入決断</a:t>
                      </a:r>
                      <a:endParaRPr lang="ja-JP" altLang="en-US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④ プレイ・共有</a:t>
                      </a:r>
                      <a:endParaRPr lang="ja-JP" altLang="en-US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extLst>
                  <a:ext uri="{0D108BD9-81ED-4DB2-BD59-A6C34878D82A}">
                    <a16:rowId xmlns:a16="http://schemas.microsoft.com/office/drawing/2014/main" val="1736451650"/>
                  </a:ext>
                </a:extLst>
              </a:tr>
              <a:tr h="17405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行動</a:t>
                      </a:r>
                      <a:endParaRPr lang="ja-JP" altLang="en-US" sz="18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</a:t>
                      </a: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話題作を探すが情報過多で選べない。</a:t>
                      </a:r>
                      <a:b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ja-JP" altLang="en-US" sz="1400" u="sng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・過去の失敗（金と時間の無駄）を思い出して躊躇。</a:t>
                      </a:r>
                    </a:p>
                    <a:p>
                      <a:pPr rtl="0">
                        <a:buNone/>
                      </a:pPr>
                      <a:endParaRPr lang="ja-JP" altLang="en-US" sz="1400" u="sng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・仕事が忙しくリサーチが面倒。</a:t>
                      </a:r>
                      <a:endParaRPr lang="ja-JP" altLang="en-US" sz="1400" u="sng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・アプリにアクセス。</a:t>
                      </a:r>
                      <a:b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・「サバイバル」「自由度高い」</a:t>
                      </a:r>
                    </a:p>
                    <a:p>
                      <a:pPr rtl="0">
                        <a:buNone/>
                      </a:pP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・人気順でソート。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・グラフィックを確認。</a:t>
                      </a:r>
                    </a:p>
                    <a:p>
                      <a:pPr rtl="0">
                        <a:buNone/>
                      </a:pP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・年代順で最新作と確認し購入。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・好みにドンピシャなゲームだった。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・無駄なく週末に没頭。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・友人や</a:t>
                      </a:r>
                      <a:r>
                        <a:rPr lang="en-US" altLang="ja-JP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SNS</a:t>
                      </a: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で話題を共有。</a:t>
                      </a:r>
                      <a:endParaRPr lang="en-US" altLang="ja-JP" sz="1400" u="sng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endParaRPr lang="ja-JP" altLang="en-US" sz="1400" u="sng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u="sng" cap="none" spc="0" dirty="0">
                          <a:solidFill>
                            <a:schemeClr val="tx1"/>
                          </a:solidFill>
                          <a:effectLst/>
                        </a:rPr>
                        <a:t>・「次もこのアプリで」と思う</a:t>
                      </a: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extLst>
                  <a:ext uri="{0D108BD9-81ED-4DB2-BD59-A6C34878D82A}">
                    <a16:rowId xmlns:a16="http://schemas.microsoft.com/office/drawing/2014/main" val="2723914930"/>
                  </a:ext>
                </a:extLst>
              </a:tr>
              <a:tr h="10084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感情</a:t>
                      </a:r>
                      <a:endParaRPr lang="ja-JP" altLang="en-US" sz="18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　　　　　（不満・不安）</a:t>
                      </a:r>
                      <a:b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「またクソゲー引いたら嫌だな</a:t>
                      </a:r>
                      <a:r>
                        <a:rPr lang="en-US" altLang="ja-JP" sz="1400" cap="none" spc="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r>
                        <a:rPr lang="en-US" altLang="ja-JP" sz="1400" cap="none" spc="0" dirty="0">
                          <a:solidFill>
                            <a:schemeClr val="tx1"/>
                          </a:solidFill>
                          <a:effectLst/>
                        </a:rPr>
                        <a:t>3000</a:t>
                      </a: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円もドブに捨てたくない。」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　　　　　　（期待）</a:t>
                      </a:r>
                      <a:b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</a:b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「これなら効率よく探せそう。人気順で見れるのは助かる。」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　　　　（納得・安心）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「これこれ！俺がやりたいジャンルのゲームある？！これにしよう</a:t>
                      </a:r>
                      <a:r>
                        <a:rPr lang="en-US" altLang="ja-JP" sz="1400" cap="none" spc="0" dirty="0">
                          <a:solidFill>
                            <a:schemeClr val="tx1"/>
                          </a:solidFill>
                          <a:effectLst/>
                        </a:rPr>
                        <a:t>!</a:t>
                      </a: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」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 dirty="0">
                          <a:solidFill>
                            <a:schemeClr val="tx1"/>
                          </a:solidFill>
                          <a:effectLst/>
                        </a:rPr>
                        <a:t>　　　　　（満足・歓喜）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「最高！時間を無駄にせず当たりを引けた。コスパもタイパも良い。」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extLst>
                  <a:ext uri="{0D108BD9-81ED-4DB2-BD59-A6C34878D82A}">
                    <a16:rowId xmlns:a16="http://schemas.microsoft.com/office/drawing/2014/main" val="568480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インサイト</a:t>
                      </a:r>
                      <a:endParaRPr lang="ja-JP" altLang="en-US" sz="14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</a:t>
                      </a:r>
                      <a:r>
                        <a:rPr lang="en-US" altLang="ja-JP" sz="1400" cap="none" spc="0" dirty="0">
                          <a:solidFill>
                            <a:schemeClr val="tx1"/>
                          </a:solidFill>
                          <a:effectLst/>
                        </a:rPr>
                        <a:t>SNS</a:t>
                      </a: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のおすすめ＝自分への正解とは限らない。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・失敗経験が新しいゲームへのハードルになっている。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・「効率重視」には情報の網羅より「絞り込み」が必要。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・好みの系統を軸にできるかが鍵。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・「楽しいかわからない」不安の解消が購入の決め手。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・人気順は失敗しないための安心材料。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・ゲームこそ「合う」が大事。</a:t>
                      </a:r>
                    </a:p>
                    <a:p>
                      <a:pPr rtl="0">
                        <a:buNone/>
                      </a:pPr>
                      <a:r>
                        <a:rPr lang="ja-JP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・共通の話題が充足感。</a:t>
                      </a:r>
                      <a:endParaRPr lang="ja-JP" altLang="en-US" sz="14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71" marR="23163" marT="58671" marB="58671" anchor="ctr"/>
                </a:tc>
                <a:extLst>
                  <a:ext uri="{0D108BD9-81ED-4DB2-BD59-A6C34878D82A}">
                    <a16:rowId xmlns:a16="http://schemas.microsoft.com/office/drawing/2014/main" val="3512955329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488F3B-553C-0D33-8AA4-F8CE8F02D852}"/>
              </a:ext>
            </a:extLst>
          </p:cNvPr>
          <p:cNvSpPr txBox="1"/>
          <p:nvPr/>
        </p:nvSpPr>
        <p:spPr>
          <a:xfrm>
            <a:off x="4283490" y="67628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ストーリーボード</a:t>
            </a:r>
          </a:p>
        </p:txBody>
      </p:sp>
      <p:pic>
        <p:nvPicPr>
          <p:cNvPr id="4" name="グラフィックス 3" descr="悲しい顔 (塗りつぶしなし) 単色塗りつぶし">
            <a:extLst>
              <a:ext uri="{FF2B5EF4-FFF2-40B4-BE49-F238E27FC236}">
                <a16:creationId xmlns:a16="http://schemas.microsoft.com/office/drawing/2014/main" id="{211F5CF5-742F-1A07-2E9C-DF6FA6AFD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5288" y="3629346"/>
            <a:ext cx="446314" cy="446314"/>
          </a:xfrm>
          <a:prstGeom prst="rect">
            <a:avLst/>
          </a:prstGeom>
        </p:spPr>
      </p:pic>
      <p:pic>
        <p:nvPicPr>
          <p:cNvPr id="10" name="グラフィックス 9" descr="笑顔 (塗りつぶしなし) 単色塗りつぶし">
            <a:extLst>
              <a:ext uri="{FF2B5EF4-FFF2-40B4-BE49-F238E27FC236}">
                <a16:creationId xmlns:a16="http://schemas.microsoft.com/office/drawing/2014/main" id="{4B17D397-D23F-B7D0-C804-3F5025DC9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0496" y="3618460"/>
            <a:ext cx="457200" cy="457200"/>
          </a:xfrm>
          <a:prstGeom prst="rect">
            <a:avLst/>
          </a:prstGeom>
        </p:spPr>
      </p:pic>
      <p:pic>
        <p:nvPicPr>
          <p:cNvPr id="5" name="グラフィックス 4" descr="サングラスをかけた顔 (塗りつぶしなし) 単色塗りつぶし">
            <a:extLst>
              <a:ext uri="{FF2B5EF4-FFF2-40B4-BE49-F238E27FC236}">
                <a16:creationId xmlns:a16="http://schemas.microsoft.com/office/drawing/2014/main" id="{A829A64B-80B3-13C4-5DEC-68BF4E268C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2093" y="3574312"/>
            <a:ext cx="501348" cy="501348"/>
          </a:xfrm>
          <a:prstGeom prst="rect">
            <a:avLst/>
          </a:prstGeom>
        </p:spPr>
      </p:pic>
      <p:pic>
        <p:nvPicPr>
          <p:cNvPr id="6" name="グラフィックス 5" descr="面白い顔 (塗りつぶしなし) 単色塗りつぶし">
            <a:extLst>
              <a:ext uri="{FF2B5EF4-FFF2-40B4-BE49-F238E27FC236}">
                <a16:creationId xmlns:a16="http://schemas.microsoft.com/office/drawing/2014/main" id="{7B6568A3-DFE9-0E6B-44F3-026436B07C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77838" y="3574312"/>
            <a:ext cx="501348" cy="50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26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537</Words>
  <Application>Microsoft Office PowerPoint</Application>
  <PresentationFormat>ワイド画面</PresentationFormat>
  <Paragraphs>82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Google Sans Text</vt:lpstr>
      <vt:lpstr>ＭＳ Ｐ明朝</vt:lpstr>
      <vt:lpstr>游ゴシック</vt:lpstr>
      <vt:lpstr>游ゴシック Light</vt:lpstr>
      <vt:lpstr>Arial</vt:lpstr>
      <vt:lpstr>Office テーマ</vt:lpstr>
      <vt:lpstr>Game-Shiru(ゲムしる)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Kenshi Masaoka</dc:creator>
  <cp:lastModifiedBy>Kenshi Masaoka</cp:lastModifiedBy>
  <cp:revision>5</cp:revision>
  <dcterms:created xsi:type="dcterms:W3CDTF">2025-12-23T00:30:14Z</dcterms:created>
  <dcterms:modified xsi:type="dcterms:W3CDTF">2026-01-19T02:49:33Z</dcterms:modified>
</cp:coreProperties>
</file>